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E6DCBD-3446-4346-BB5D-2C19601C9004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F5E130F-6606-40E3-B7BB-763B7F9A2F89}">
      <dgm:prSet/>
      <dgm:spPr/>
      <dgm:t>
        <a:bodyPr/>
        <a:lstStyle/>
        <a:p>
          <a:r>
            <a:rPr lang="en-IN" dirty="0"/>
            <a:t>A company wants to </a:t>
          </a:r>
          <a:r>
            <a:rPr lang="en-IN" dirty="0" err="1"/>
            <a:t>analyze</a:t>
          </a:r>
          <a:r>
            <a:rPr lang="en-IN" dirty="0"/>
            <a:t> last year’s sales data.</a:t>
          </a:r>
        </a:p>
      </dgm:t>
    </dgm:pt>
    <dgm:pt modelId="{151CF8D1-BE90-40FF-8D41-157DEEC15823}" type="parTrans" cxnId="{70DBBF21-40AD-4805-9FF7-061010D624FC}">
      <dgm:prSet/>
      <dgm:spPr/>
      <dgm:t>
        <a:bodyPr/>
        <a:lstStyle/>
        <a:p>
          <a:endParaRPr lang="en-IN"/>
        </a:p>
      </dgm:t>
    </dgm:pt>
    <dgm:pt modelId="{BC043FF0-5C11-476F-8F45-F168672B45B0}" type="sibTrans" cxnId="{70DBBF21-40AD-4805-9FF7-061010D624FC}">
      <dgm:prSet/>
      <dgm:spPr/>
      <dgm:t>
        <a:bodyPr/>
        <a:lstStyle/>
        <a:p>
          <a:endParaRPr lang="en-IN"/>
        </a:p>
      </dgm:t>
    </dgm:pt>
    <dgm:pt modelId="{8B988E3E-BBA9-4645-B701-51FAF7E75162}">
      <dgm:prSet/>
      <dgm:spPr/>
      <dgm:t>
        <a:bodyPr/>
        <a:lstStyle/>
        <a:p>
          <a:r>
            <a:rPr lang="en-IN"/>
            <a:t>Goal: Identify top-performing products and regions.</a:t>
          </a:r>
        </a:p>
      </dgm:t>
    </dgm:pt>
    <dgm:pt modelId="{E48F16F6-A5A8-476E-BE8F-46C96FC943EC}" type="parTrans" cxnId="{B0BDC763-7A03-4F45-826D-EAE9CB04A41B}">
      <dgm:prSet/>
      <dgm:spPr/>
      <dgm:t>
        <a:bodyPr/>
        <a:lstStyle/>
        <a:p>
          <a:endParaRPr lang="en-IN"/>
        </a:p>
      </dgm:t>
    </dgm:pt>
    <dgm:pt modelId="{058863A9-8DFD-4867-9BC7-F1798498DF36}" type="sibTrans" cxnId="{B0BDC763-7A03-4F45-826D-EAE9CB04A41B}">
      <dgm:prSet/>
      <dgm:spPr/>
      <dgm:t>
        <a:bodyPr/>
        <a:lstStyle/>
        <a:p>
          <a:endParaRPr lang="en-IN"/>
        </a:p>
      </dgm:t>
    </dgm:pt>
    <dgm:pt modelId="{FD5240EF-B048-4368-B78E-1102B3DBDF68}">
      <dgm:prSet/>
      <dgm:spPr/>
      <dgm:t>
        <a:bodyPr/>
        <a:lstStyle/>
        <a:p>
          <a:r>
            <a:rPr lang="en-IN"/>
            <a:t>Understand seasonal trends and profitability patterns.</a:t>
          </a:r>
        </a:p>
      </dgm:t>
    </dgm:pt>
    <dgm:pt modelId="{5913905B-8652-4555-9D88-6DF70375D3B3}" type="parTrans" cxnId="{085C0915-05A1-4894-922B-327757ED8B3D}">
      <dgm:prSet/>
      <dgm:spPr/>
      <dgm:t>
        <a:bodyPr/>
        <a:lstStyle/>
        <a:p>
          <a:endParaRPr lang="en-IN"/>
        </a:p>
      </dgm:t>
    </dgm:pt>
    <dgm:pt modelId="{A464143B-D3AA-435B-8809-560CA70EFBDF}" type="sibTrans" cxnId="{085C0915-05A1-4894-922B-327757ED8B3D}">
      <dgm:prSet/>
      <dgm:spPr/>
      <dgm:t>
        <a:bodyPr/>
        <a:lstStyle/>
        <a:p>
          <a:endParaRPr lang="en-IN"/>
        </a:p>
      </dgm:t>
    </dgm:pt>
    <dgm:pt modelId="{0B4DE4E0-0DA9-4ABC-B705-5662B266D404}" type="pres">
      <dgm:prSet presAssocID="{8CE6DCBD-3446-4346-BB5D-2C19601C9004}" presName="linear" presStyleCnt="0">
        <dgm:presLayoutVars>
          <dgm:animLvl val="lvl"/>
          <dgm:resizeHandles val="exact"/>
        </dgm:presLayoutVars>
      </dgm:prSet>
      <dgm:spPr/>
    </dgm:pt>
    <dgm:pt modelId="{2405A02D-BA5F-4D1D-BE5E-169F3E1E31E9}" type="pres">
      <dgm:prSet presAssocID="{2F5E130F-6606-40E3-B7BB-763B7F9A2F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62311E1-CB6D-462F-BB23-D5CE5BF8F05C}" type="pres">
      <dgm:prSet presAssocID="{BC043FF0-5C11-476F-8F45-F168672B45B0}" presName="spacer" presStyleCnt="0"/>
      <dgm:spPr/>
    </dgm:pt>
    <dgm:pt modelId="{A53C2BBC-7B41-43A1-888F-E8EEB50B70D3}" type="pres">
      <dgm:prSet presAssocID="{8B988E3E-BBA9-4645-B701-51FAF7E751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B58CC9-200D-4100-8CEB-B22799649D07}" type="pres">
      <dgm:prSet presAssocID="{058863A9-8DFD-4867-9BC7-F1798498DF36}" presName="spacer" presStyleCnt="0"/>
      <dgm:spPr/>
    </dgm:pt>
    <dgm:pt modelId="{F8CDB8E0-0BBB-49A5-ACD7-92772C346947}" type="pres">
      <dgm:prSet presAssocID="{FD5240EF-B048-4368-B78E-1102B3DBDF6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85C0915-05A1-4894-922B-327757ED8B3D}" srcId="{8CE6DCBD-3446-4346-BB5D-2C19601C9004}" destId="{FD5240EF-B048-4368-B78E-1102B3DBDF68}" srcOrd="2" destOrd="0" parTransId="{5913905B-8652-4555-9D88-6DF70375D3B3}" sibTransId="{A464143B-D3AA-435B-8809-560CA70EFBDF}"/>
    <dgm:cxn modelId="{70DBBF21-40AD-4805-9FF7-061010D624FC}" srcId="{8CE6DCBD-3446-4346-BB5D-2C19601C9004}" destId="{2F5E130F-6606-40E3-B7BB-763B7F9A2F89}" srcOrd="0" destOrd="0" parTransId="{151CF8D1-BE90-40FF-8D41-157DEEC15823}" sibTransId="{BC043FF0-5C11-476F-8F45-F168672B45B0}"/>
    <dgm:cxn modelId="{6284312F-19C6-42DD-8E25-CC4012FB13F1}" type="presOf" srcId="{FD5240EF-B048-4368-B78E-1102B3DBDF68}" destId="{F8CDB8E0-0BBB-49A5-ACD7-92772C346947}" srcOrd="0" destOrd="0" presId="urn:microsoft.com/office/officeart/2005/8/layout/vList2"/>
    <dgm:cxn modelId="{CB1F4E38-E33A-4711-B5E3-BC33A0C0BD3D}" type="presOf" srcId="{8B988E3E-BBA9-4645-B701-51FAF7E75162}" destId="{A53C2BBC-7B41-43A1-888F-E8EEB50B70D3}" srcOrd="0" destOrd="0" presId="urn:microsoft.com/office/officeart/2005/8/layout/vList2"/>
    <dgm:cxn modelId="{B0BDC763-7A03-4F45-826D-EAE9CB04A41B}" srcId="{8CE6DCBD-3446-4346-BB5D-2C19601C9004}" destId="{8B988E3E-BBA9-4645-B701-51FAF7E75162}" srcOrd="1" destOrd="0" parTransId="{E48F16F6-A5A8-476E-BE8F-46C96FC943EC}" sibTransId="{058863A9-8DFD-4867-9BC7-F1798498DF36}"/>
    <dgm:cxn modelId="{F7A37A9F-C6D7-4DB9-BD8A-49BDDBFF39E8}" type="presOf" srcId="{8CE6DCBD-3446-4346-BB5D-2C19601C9004}" destId="{0B4DE4E0-0DA9-4ABC-B705-5662B266D404}" srcOrd="0" destOrd="0" presId="urn:microsoft.com/office/officeart/2005/8/layout/vList2"/>
    <dgm:cxn modelId="{667217E5-50B3-48C1-8EBC-F419F1DFF142}" type="presOf" srcId="{2F5E130F-6606-40E3-B7BB-763B7F9A2F89}" destId="{2405A02D-BA5F-4D1D-BE5E-169F3E1E31E9}" srcOrd="0" destOrd="0" presId="urn:microsoft.com/office/officeart/2005/8/layout/vList2"/>
    <dgm:cxn modelId="{AB7A45B4-32C1-482C-9DA0-42F4315088C6}" type="presParOf" srcId="{0B4DE4E0-0DA9-4ABC-B705-5662B266D404}" destId="{2405A02D-BA5F-4D1D-BE5E-169F3E1E31E9}" srcOrd="0" destOrd="0" presId="urn:microsoft.com/office/officeart/2005/8/layout/vList2"/>
    <dgm:cxn modelId="{8EFE9A06-0CFD-4054-906F-89CE9D483741}" type="presParOf" srcId="{0B4DE4E0-0DA9-4ABC-B705-5662B266D404}" destId="{562311E1-CB6D-462F-BB23-D5CE5BF8F05C}" srcOrd="1" destOrd="0" presId="urn:microsoft.com/office/officeart/2005/8/layout/vList2"/>
    <dgm:cxn modelId="{969583D6-7B7D-42C9-9294-1CFD80320821}" type="presParOf" srcId="{0B4DE4E0-0DA9-4ABC-B705-5662B266D404}" destId="{A53C2BBC-7B41-43A1-888F-E8EEB50B70D3}" srcOrd="2" destOrd="0" presId="urn:microsoft.com/office/officeart/2005/8/layout/vList2"/>
    <dgm:cxn modelId="{50D42E05-0FF4-4E5E-95F9-B004DAEB4DF5}" type="presParOf" srcId="{0B4DE4E0-0DA9-4ABC-B705-5662B266D404}" destId="{74B58CC9-200D-4100-8CEB-B22799649D07}" srcOrd="3" destOrd="0" presId="urn:microsoft.com/office/officeart/2005/8/layout/vList2"/>
    <dgm:cxn modelId="{B4185155-54F4-465F-AC6C-4754A99A835D}" type="presParOf" srcId="{0B4DE4E0-0DA9-4ABC-B705-5662B266D404}" destId="{F8CDB8E0-0BBB-49A5-ACD7-92772C34694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479BD5-1B77-4B1D-A73B-050C89349087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322A7E6-B5C3-42FD-A200-284F7FECFE71}">
      <dgm:prSet/>
      <dgm:spPr/>
      <dgm:t>
        <a:bodyPr/>
        <a:lstStyle/>
        <a:p>
          <a:r>
            <a:rPr lang="en-IN"/>
            <a:t>Analyze sales performance across regions and products.</a:t>
          </a:r>
        </a:p>
      </dgm:t>
    </dgm:pt>
    <dgm:pt modelId="{1FCDDC4E-EA61-471B-A156-8056242BDA09}" type="parTrans" cxnId="{B46BBF92-9EE0-4770-ACB1-E7FB88AE5760}">
      <dgm:prSet/>
      <dgm:spPr/>
      <dgm:t>
        <a:bodyPr/>
        <a:lstStyle/>
        <a:p>
          <a:endParaRPr lang="en-IN"/>
        </a:p>
      </dgm:t>
    </dgm:pt>
    <dgm:pt modelId="{341DA5C4-0449-45F8-A579-6490890C5497}" type="sibTrans" cxnId="{B46BBF92-9EE0-4770-ACB1-E7FB88AE5760}">
      <dgm:prSet/>
      <dgm:spPr/>
      <dgm:t>
        <a:bodyPr/>
        <a:lstStyle/>
        <a:p>
          <a:endParaRPr lang="en-IN"/>
        </a:p>
      </dgm:t>
    </dgm:pt>
    <dgm:pt modelId="{1872756C-A30B-4CF1-9366-28F936DA9D48}">
      <dgm:prSet/>
      <dgm:spPr/>
      <dgm:t>
        <a:bodyPr/>
        <a:lstStyle/>
        <a:p>
          <a:r>
            <a:rPr lang="en-IN"/>
            <a:t>Visualize trends using Python (matplotlib, seaborn, plotly).</a:t>
          </a:r>
        </a:p>
      </dgm:t>
    </dgm:pt>
    <dgm:pt modelId="{A4E65D28-4A31-48D1-853A-12BC6EEC0068}" type="parTrans" cxnId="{32D0257F-1015-4725-904D-99AFB4D6ED9C}">
      <dgm:prSet/>
      <dgm:spPr/>
      <dgm:t>
        <a:bodyPr/>
        <a:lstStyle/>
        <a:p>
          <a:endParaRPr lang="en-IN"/>
        </a:p>
      </dgm:t>
    </dgm:pt>
    <dgm:pt modelId="{F4844118-60F1-4391-A147-CA9BA6A51DE6}" type="sibTrans" cxnId="{32D0257F-1015-4725-904D-99AFB4D6ED9C}">
      <dgm:prSet/>
      <dgm:spPr/>
      <dgm:t>
        <a:bodyPr/>
        <a:lstStyle/>
        <a:p>
          <a:endParaRPr lang="en-IN"/>
        </a:p>
      </dgm:t>
    </dgm:pt>
    <dgm:pt modelId="{D64BE8F3-652A-486D-96D4-051EB4D6E289}">
      <dgm:prSet/>
      <dgm:spPr/>
      <dgm:t>
        <a:bodyPr/>
        <a:lstStyle/>
        <a:p>
          <a:r>
            <a:rPr lang="en-IN"/>
            <a:t>Understand sales vs. profit correlation.</a:t>
          </a:r>
        </a:p>
      </dgm:t>
    </dgm:pt>
    <dgm:pt modelId="{BC6F425F-E575-4681-BB74-6241781B7F9F}" type="parTrans" cxnId="{D4B4A933-C182-461D-8C1C-E7394EF4F834}">
      <dgm:prSet/>
      <dgm:spPr/>
      <dgm:t>
        <a:bodyPr/>
        <a:lstStyle/>
        <a:p>
          <a:endParaRPr lang="en-IN"/>
        </a:p>
      </dgm:t>
    </dgm:pt>
    <dgm:pt modelId="{CA2CC954-6523-4BC3-8AC1-894459DF5A44}" type="sibTrans" cxnId="{D4B4A933-C182-461D-8C1C-E7394EF4F834}">
      <dgm:prSet/>
      <dgm:spPr/>
      <dgm:t>
        <a:bodyPr/>
        <a:lstStyle/>
        <a:p>
          <a:endParaRPr lang="en-IN"/>
        </a:p>
      </dgm:t>
    </dgm:pt>
    <dgm:pt modelId="{78656DED-A0FF-421F-A54C-62659BB61425}">
      <dgm:prSet/>
      <dgm:spPr/>
      <dgm:t>
        <a:bodyPr/>
        <a:lstStyle/>
        <a:p>
          <a:r>
            <a:rPr lang="en-IN"/>
            <a:t>Generate actionable business insights.</a:t>
          </a:r>
        </a:p>
      </dgm:t>
    </dgm:pt>
    <dgm:pt modelId="{0BBA6813-8378-425A-98DC-A2033BFC32F3}" type="parTrans" cxnId="{DFF6C475-148A-4940-9798-DC5C08311222}">
      <dgm:prSet/>
      <dgm:spPr/>
      <dgm:t>
        <a:bodyPr/>
        <a:lstStyle/>
        <a:p>
          <a:endParaRPr lang="en-IN"/>
        </a:p>
      </dgm:t>
    </dgm:pt>
    <dgm:pt modelId="{3C739378-6593-467F-AE41-6FC6F6DE8DED}" type="sibTrans" cxnId="{DFF6C475-148A-4940-9798-DC5C08311222}">
      <dgm:prSet/>
      <dgm:spPr/>
      <dgm:t>
        <a:bodyPr/>
        <a:lstStyle/>
        <a:p>
          <a:endParaRPr lang="en-IN"/>
        </a:p>
      </dgm:t>
    </dgm:pt>
    <dgm:pt modelId="{EB86B89B-430D-43DC-BBFF-F114EB9FB897}" type="pres">
      <dgm:prSet presAssocID="{99479BD5-1B77-4B1D-A73B-050C8934908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C9CF224-60AF-4A43-80A8-516CE37664FE}" type="pres">
      <dgm:prSet presAssocID="{5322A7E6-B5C3-42FD-A200-284F7FECFE71}" presName="circle1" presStyleLbl="node1" presStyleIdx="0" presStyleCnt="4"/>
      <dgm:spPr/>
    </dgm:pt>
    <dgm:pt modelId="{7A415A20-90EE-4F39-882A-E1A8B14FD68C}" type="pres">
      <dgm:prSet presAssocID="{5322A7E6-B5C3-42FD-A200-284F7FECFE71}" presName="space" presStyleCnt="0"/>
      <dgm:spPr/>
    </dgm:pt>
    <dgm:pt modelId="{3EBDE082-B0FF-4974-AFBD-A57DEF1F8AD9}" type="pres">
      <dgm:prSet presAssocID="{5322A7E6-B5C3-42FD-A200-284F7FECFE71}" presName="rect1" presStyleLbl="alignAcc1" presStyleIdx="0" presStyleCnt="4"/>
      <dgm:spPr/>
    </dgm:pt>
    <dgm:pt modelId="{A1927B24-EEF5-48BC-BD93-E64B35B7DE4D}" type="pres">
      <dgm:prSet presAssocID="{1872756C-A30B-4CF1-9366-28F936DA9D48}" presName="vertSpace2" presStyleLbl="node1" presStyleIdx="0" presStyleCnt="4"/>
      <dgm:spPr/>
    </dgm:pt>
    <dgm:pt modelId="{6443B7B9-0DC5-48CA-97CC-71842AEF0B6A}" type="pres">
      <dgm:prSet presAssocID="{1872756C-A30B-4CF1-9366-28F936DA9D48}" presName="circle2" presStyleLbl="node1" presStyleIdx="1" presStyleCnt="4"/>
      <dgm:spPr/>
    </dgm:pt>
    <dgm:pt modelId="{54950599-F659-472B-BA27-601FC7456E37}" type="pres">
      <dgm:prSet presAssocID="{1872756C-A30B-4CF1-9366-28F936DA9D48}" presName="rect2" presStyleLbl="alignAcc1" presStyleIdx="1" presStyleCnt="4"/>
      <dgm:spPr/>
    </dgm:pt>
    <dgm:pt modelId="{1A08BCF4-1377-461C-A3C9-E251B264FB2D}" type="pres">
      <dgm:prSet presAssocID="{D64BE8F3-652A-486D-96D4-051EB4D6E289}" presName="vertSpace3" presStyleLbl="node1" presStyleIdx="1" presStyleCnt="4"/>
      <dgm:spPr/>
    </dgm:pt>
    <dgm:pt modelId="{B5F1A5CA-B1C6-4CBC-B8E0-251C13BB41B9}" type="pres">
      <dgm:prSet presAssocID="{D64BE8F3-652A-486D-96D4-051EB4D6E289}" presName="circle3" presStyleLbl="node1" presStyleIdx="2" presStyleCnt="4"/>
      <dgm:spPr/>
    </dgm:pt>
    <dgm:pt modelId="{BA78FA04-7FEC-417A-9E4D-7AAE40314250}" type="pres">
      <dgm:prSet presAssocID="{D64BE8F3-652A-486D-96D4-051EB4D6E289}" presName="rect3" presStyleLbl="alignAcc1" presStyleIdx="2" presStyleCnt="4"/>
      <dgm:spPr/>
    </dgm:pt>
    <dgm:pt modelId="{9D0B5BB8-F049-4F16-A62E-C3CE478881C7}" type="pres">
      <dgm:prSet presAssocID="{78656DED-A0FF-421F-A54C-62659BB61425}" presName="vertSpace4" presStyleLbl="node1" presStyleIdx="2" presStyleCnt="4"/>
      <dgm:spPr/>
    </dgm:pt>
    <dgm:pt modelId="{29DE30DD-892C-474B-8A29-B67DBAC7209B}" type="pres">
      <dgm:prSet presAssocID="{78656DED-A0FF-421F-A54C-62659BB61425}" presName="circle4" presStyleLbl="node1" presStyleIdx="3" presStyleCnt="4"/>
      <dgm:spPr/>
    </dgm:pt>
    <dgm:pt modelId="{F93885F5-8E4A-4319-BF3E-72C9A7C45C46}" type="pres">
      <dgm:prSet presAssocID="{78656DED-A0FF-421F-A54C-62659BB61425}" presName="rect4" presStyleLbl="alignAcc1" presStyleIdx="3" presStyleCnt="4"/>
      <dgm:spPr/>
    </dgm:pt>
    <dgm:pt modelId="{AA6AB355-7A47-4C9F-908D-84011F5280AE}" type="pres">
      <dgm:prSet presAssocID="{5322A7E6-B5C3-42FD-A200-284F7FECFE71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901CBC18-86C9-4698-9085-5AD42A2A003C}" type="pres">
      <dgm:prSet presAssocID="{1872756C-A30B-4CF1-9366-28F936DA9D48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C10565BD-631C-427C-9BBF-4D7F745560A1}" type="pres">
      <dgm:prSet presAssocID="{D64BE8F3-652A-486D-96D4-051EB4D6E289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2E13ABF6-AA10-4784-8BEE-F79FFE240AB1}" type="pres">
      <dgm:prSet presAssocID="{78656DED-A0FF-421F-A54C-62659BB61425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84124D07-AEC3-48A4-AC62-5E6043965BE0}" type="presOf" srcId="{1872756C-A30B-4CF1-9366-28F936DA9D48}" destId="{54950599-F659-472B-BA27-601FC7456E37}" srcOrd="0" destOrd="0" presId="urn:microsoft.com/office/officeart/2005/8/layout/target3"/>
    <dgm:cxn modelId="{D4B4A933-C182-461D-8C1C-E7394EF4F834}" srcId="{99479BD5-1B77-4B1D-A73B-050C89349087}" destId="{D64BE8F3-652A-486D-96D4-051EB4D6E289}" srcOrd="2" destOrd="0" parTransId="{BC6F425F-E575-4681-BB74-6241781B7F9F}" sibTransId="{CA2CC954-6523-4BC3-8AC1-894459DF5A44}"/>
    <dgm:cxn modelId="{A4D9D94C-819E-4AB5-BB59-47706C43AC99}" type="presOf" srcId="{99479BD5-1B77-4B1D-A73B-050C89349087}" destId="{EB86B89B-430D-43DC-BBFF-F114EB9FB897}" srcOrd="0" destOrd="0" presId="urn:microsoft.com/office/officeart/2005/8/layout/target3"/>
    <dgm:cxn modelId="{AFEF7C73-2439-43AC-9C60-C16EEB3CDDB9}" type="presOf" srcId="{5322A7E6-B5C3-42FD-A200-284F7FECFE71}" destId="{3EBDE082-B0FF-4974-AFBD-A57DEF1F8AD9}" srcOrd="0" destOrd="0" presId="urn:microsoft.com/office/officeart/2005/8/layout/target3"/>
    <dgm:cxn modelId="{DFF6C475-148A-4940-9798-DC5C08311222}" srcId="{99479BD5-1B77-4B1D-A73B-050C89349087}" destId="{78656DED-A0FF-421F-A54C-62659BB61425}" srcOrd="3" destOrd="0" parTransId="{0BBA6813-8378-425A-98DC-A2033BFC32F3}" sibTransId="{3C739378-6593-467F-AE41-6FC6F6DE8DED}"/>
    <dgm:cxn modelId="{9E6DC17B-D0CB-4971-BEEB-8BEA30B7859D}" type="presOf" srcId="{1872756C-A30B-4CF1-9366-28F936DA9D48}" destId="{901CBC18-86C9-4698-9085-5AD42A2A003C}" srcOrd="1" destOrd="0" presId="urn:microsoft.com/office/officeart/2005/8/layout/target3"/>
    <dgm:cxn modelId="{32D0257F-1015-4725-904D-99AFB4D6ED9C}" srcId="{99479BD5-1B77-4B1D-A73B-050C89349087}" destId="{1872756C-A30B-4CF1-9366-28F936DA9D48}" srcOrd="1" destOrd="0" parTransId="{A4E65D28-4A31-48D1-853A-12BC6EEC0068}" sibTransId="{F4844118-60F1-4391-A147-CA9BA6A51DE6}"/>
    <dgm:cxn modelId="{780BB988-EFB9-4372-BD0D-B90B02B6E4DE}" type="presOf" srcId="{D64BE8F3-652A-486D-96D4-051EB4D6E289}" destId="{C10565BD-631C-427C-9BBF-4D7F745560A1}" srcOrd="1" destOrd="0" presId="urn:microsoft.com/office/officeart/2005/8/layout/target3"/>
    <dgm:cxn modelId="{B46BBF92-9EE0-4770-ACB1-E7FB88AE5760}" srcId="{99479BD5-1B77-4B1D-A73B-050C89349087}" destId="{5322A7E6-B5C3-42FD-A200-284F7FECFE71}" srcOrd="0" destOrd="0" parTransId="{1FCDDC4E-EA61-471B-A156-8056242BDA09}" sibTransId="{341DA5C4-0449-45F8-A579-6490890C5497}"/>
    <dgm:cxn modelId="{5A7CE0BD-2134-4374-8F30-8AFEF3B28334}" type="presOf" srcId="{78656DED-A0FF-421F-A54C-62659BB61425}" destId="{F93885F5-8E4A-4319-BF3E-72C9A7C45C46}" srcOrd="0" destOrd="0" presId="urn:microsoft.com/office/officeart/2005/8/layout/target3"/>
    <dgm:cxn modelId="{1F4B0FD1-6878-4959-8A38-67CCBF08B1DD}" type="presOf" srcId="{78656DED-A0FF-421F-A54C-62659BB61425}" destId="{2E13ABF6-AA10-4784-8BEE-F79FFE240AB1}" srcOrd="1" destOrd="0" presId="urn:microsoft.com/office/officeart/2005/8/layout/target3"/>
    <dgm:cxn modelId="{E8DB31DA-5ADE-4A2A-B2DE-25A9BB16CF14}" type="presOf" srcId="{5322A7E6-B5C3-42FD-A200-284F7FECFE71}" destId="{AA6AB355-7A47-4C9F-908D-84011F5280AE}" srcOrd="1" destOrd="0" presId="urn:microsoft.com/office/officeart/2005/8/layout/target3"/>
    <dgm:cxn modelId="{C01809DC-AC9A-4976-A4C2-B0996374186D}" type="presOf" srcId="{D64BE8F3-652A-486D-96D4-051EB4D6E289}" destId="{BA78FA04-7FEC-417A-9E4D-7AAE40314250}" srcOrd="0" destOrd="0" presId="urn:microsoft.com/office/officeart/2005/8/layout/target3"/>
    <dgm:cxn modelId="{271F53A4-4B19-4621-81E2-BECE2CD3F502}" type="presParOf" srcId="{EB86B89B-430D-43DC-BBFF-F114EB9FB897}" destId="{4C9CF224-60AF-4A43-80A8-516CE37664FE}" srcOrd="0" destOrd="0" presId="urn:microsoft.com/office/officeart/2005/8/layout/target3"/>
    <dgm:cxn modelId="{47576338-2199-4526-86AA-31D355C0ECCC}" type="presParOf" srcId="{EB86B89B-430D-43DC-BBFF-F114EB9FB897}" destId="{7A415A20-90EE-4F39-882A-E1A8B14FD68C}" srcOrd="1" destOrd="0" presId="urn:microsoft.com/office/officeart/2005/8/layout/target3"/>
    <dgm:cxn modelId="{734B405F-F563-4C5A-862E-37E691B394DA}" type="presParOf" srcId="{EB86B89B-430D-43DC-BBFF-F114EB9FB897}" destId="{3EBDE082-B0FF-4974-AFBD-A57DEF1F8AD9}" srcOrd="2" destOrd="0" presId="urn:microsoft.com/office/officeart/2005/8/layout/target3"/>
    <dgm:cxn modelId="{EEDE9E7A-92C7-4E1E-9E7F-BCCB2DB65A03}" type="presParOf" srcId="{EB86B89B-430D-43DC-BBFF-F114EB9FB897}" destId="{A1927B24-EEF5-48BC-BD93-E64B35B7DE4D}" srcOrd="3" destOrd="0" presId="urn:microsoft.com/office/officeart/2005/8/layout/target3"/>
    <dgm:cxn modelId="{9EF7B6BB-0EA7-4B73-B9F4-207061ACCD9D}" type="presParOf" srcId="{EB86B89B-430D-43DC-BBFF-F114EB9FB897}" destId="{6443B7B9-0DC5-48CA-97CC-71842AEF0B6A}" srcOrd="4" destOrd="0" presId="urn:microsoft.com/office/officeart/2005/8/layout/target3"/>
    <dgm:cxn modelId="{1B707B84-AB64-45D0-B933-EBD9F26BD157}" type="presParOf" srcId="{EB86B89B-430D-43DC-BBFF-F114EB9FB897}" destId="{54950599-F659-472B-BA27-601FC7456E37}" srcOrd="5" destOrd="0" presId="urn:microsoft.com/office/officeart/2005/8/layout/target3"/>
    <dgm:cxn modelId="{DBD88AF5-9BD1-4A3F-8CBF-4BE2914F4764}" type="presParOf" srcId="{EB86B89B-430D-43DC-BBFF-F114EB9FB897}" destId="{1A08BCF4-1377-461C-A3C9-E251B264FB2D}" srcOrd="6" destOrd="0" presId="urn:microsoft.com/office/officeart/2005/8/layout/target3"/>
    <dgm:cxn modelId="{AD762CE4-1C13-4926-BB1B-9B781DE76A5E}" type="presParOf" srcId="{EB86B89B-430D-43DC-BBFF-F114EB9FB897}" destId="{B5F1A5CA-B1C6-4CBC-B8E0-251C13BB41B9}" srcOrd="7" destOrd="0" presId="urn:microsoft.com/office/officeart/2005/8/layout/target3"/>
    <dgm:cxn modelId="{588EC869-5020-4D9E-AFA4-B0ECE3848E2C}" type="presParOf" srcId="{EB86B89B-430D-43DC-BBFF-F114EB9FB897}" destId="{BA78FA04-7FEC-417A-9E4D-7AAE40314250}" srcOrd="8" destOrd="0" presId="urn:microsoft.com/office/officeart/2005/8/layout/target3"/>
    <dgm:cxn modelId="{185A9AC3-9A9E-48EC-925B-AB20B5EE7A4A}" type="presParOf" srcId="{EB86B89B-430D-43DC-BBFF-F114EB9FB897}" destId="{9D0B5BB8-F049-4F16-A62E-C3CE478881C7}" srcOrd="9" destOrd="0" presId="urn:microsoft.com/office/officeart/2005/8/layout/target3"/>
    <dgm:cxn modelId="{3E8AD2C0-F500-42B1-BDDE-1801796B364A}" type="presParOf" srcId="{EB86B89B-430D-43DC-BBFF-F114EB9FB897}" destId="{29DE30DD-892C-474B-8A29-B67DBAC7209B}" srcOrd="10" destOrd="0" presId="urn:microsoft.com/office/officeart/2005/8/layout/target3"/>
    <dgm:cxn modelId="{F686B3F8-F084-4B64-BABD-3CFBB514C63C}" type="presParOf" srcId="{EB86B89B-430D-43DC-BBFF-F114EB9FB897}" destId="{F93885F5-8E4A-4319-BF3E-72C9A7C45C46}" srcOrd="11" destOrd="0" presId="urn:microsoft.com/office/officeart/2005/8/layout/target3"/>
    <dgm:cxn modelId="{0B85CEF6-B0B9-4992-AB6B-F124CEAAF40A}" type="presParOf" srcId="{EB86B89B-430D-43DC-BBFF-F114EB9FB897}" destId="{AA6AB355-7A47-4C9F-908D-84011F5280AE}" srcOrd="12" destOrd="0" presId="urn:microsoft.com/office/officeart/2005/8/layout/target3"/>
    <dgm:cxn modelId="{73CB2469-47D5-4D3B-8630-AD862090B0A9}" type="presParOf" srcId="{EB86B89B-430D-43DC-BBFF-F114EB9FB897}" destId="{901CBC18-86C9-4698-9085-5AD42A2A003C}" srcOrd="13" destOrd="0" presId="urn:microsoft.com/office/officeart/2005/8/layout/target3"/>
    <dgm:cxn modelId="{40DAE680-9991-4C56-912E-3E415DD95801}" type="presParOf" srcId="{EB86B89B-430D-43DC-BBFF-F114EB9FB897}" destId="{C10565BD-631C-427C-9BBF-4D7F745560A1}" srcOrd="14" destOrd="0" presId="urn:microsoft.com/office/officeart/2005/8/layout/target3"/>
    <dgm:cxn modelId="{65A7839F-887C-4E5D-8170-BF999DD0BA75}" type="presParOf" srcId="{EB86B89B-430D-43DC-BBFF-F114EB9FB897}" destId="{2E13ABF6-AA10-4784-8BEE-F79FFE240AB1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38657B-7AC1-4DCE-A76D-E925F740CC9C}" type="doc">
      <dgm:prSet loTypeId="urn:microsoft.com/office/officeart/2005/8/layout/target1" loCatId="relationship" qsTypeId="urn:microsoft.com/office/officeart/2005/8/quickstyle/simple4" qsCatId="simple" csTypeId="urn:microsoft.com/office/officeart/2005/8/colors/accent2_4" csCatId="accent2"/>
      <dgm:spPr/>
      <dgm:t>
        <a:bodyPr/>
        <a:lstStyle/>
        <a:p>
          <a:endParaRPr lang="en-IN"/>
        </a:p>
      </dgm:t>
    </dgm:pt>
    <dgm:pt modelId="{664C1917-6D43-43A0-86F7-22DEF08A6A87}">
      <dgm:prSet/>
      <dgm:spPr/>
      <dgm:t>
        <a:bodyPr/>
        <a:lstStyle/>
        <a:p>
          <a:r>
            <a:rPr lang="en-IN" dirty="0"/>
            <a:t>Python (Pandas, Matplotlib, Seaborn, </a:t>
          </a:r>
          <a:r>
            <a:rPr lang="en-IN" dirty="0" err="1"/>
            <a:t>Plotly</a:t>
          </a:r>
          <a:r>
            <a:rPr lang="en-IN" dirty="0"/>
            <a:t>).</a:t>
          </a:r>
        </a:p>
      </dgm:t>
    </dgm:pt>
    <dgm:pt modelId="{A7E35D87-4511-45EC-9303-02EF1D76A7A9}" type="parTrans" cxnId="{4449DEB6-2B4D-495C-83E1-A0A9B5611893}">
      <dgm:prSet/>
      <dgm:spPr/>
      <dgm:t>
        <a:bodyPr/>
        <a:lstStyle/>
        <a:p>
          <a:endParaRPr lang="en-IN"/>
        </a:p>
      </dgm:t>
    </dgm:pt>
    <dgm:pt modelId="{CEE4C739-040B-4CBA-9603-5BF38A9D5EC0}" type="sibTrans" cxnId="{4449DEB6-2B4D-495C-83E1-A0A9B5611893}">
      <dgm:prSet/>
      <dgm:spPr/>
      <dgm:t>
        <a:bodyPr/>
        <a:lstStyle/>
        <a:p>
          <a:endParaRPr lang="en-IN"/>
        </a:p>
      </dgm:t>
    </dgm:pt>
    <dgm:pt modelId="{058B5AAE-1730-414D-84C7-044269162FDF}">
      <dgm:prSet/>
      <dgm:spPr/>
      <dgm:t>
        <a:bodyPr/>
        <a:lstStyle/>
        <a:p>
          <a:r>
            <a:rPr lang="en-IN" dirty="0"/>
            <a:t>Data cleaning and transformation.</a:t>
          </a:r>
        </a:p>
      </dgm:t>
    </dgm:pt>
    <dgm:pt modelId="{212A9623-BE7C-4BA1-8DFD-FE8E5D9A7009}" type="parTrans" cxnId="{BFCCEE0F-B2F5-4683-AC95-EBE5E850B9C5}">
      <dgm:prSet/>
      <dgm:spPr/>
      <dgm:t>
        <a:bodyPr/>
        <a:lstStyle/>
        <a:p>
          <a:endParaRPr lang="en-IN"/>
        </a:p>
      </dgm:t>
    </dgm:pt>
    <dgm:pt modelId="{931D8B27-5010-4CCE-8FEF-84427031E52D}" type="sibTrans" cxnId="{BFCCEE0F-B2F5-4683-AC95-EBE5E850B9C5}">
      <dgm:prSet/>
      <dgm:spPr/>
      <dgm:t>
        <a:bodyPr/>
        <a:lstStyle/>
        <a:p>
          <a:endParaRPr lang="en-IN"/>
        </a:p>
      </dgm:t>
    </dgm:pt>
    <dgm:pt modelId="{14CB2F12-F7BC-4989-B5FE-6C0A3CE82B66}">
      <dgm:prSet/>
      <dgm:spPr/>
      <dgm:t>
        <a:bodyPr/>
        <a:lstStyle/>
        <a:p>
          <a:r>
            <a:rPr lang="en-IN"/>
            <a:t>Sales dashboard with visual insights.</a:t>
          </a:r>
        </a:p>
      </dgm:t>
    </dgm:pt>
    <dgm:pt modelId="{E9A62957-879C-4548-92B0-669C72D387A5}" type="parTrans" cxnId="{76BD84D2-F837-4D95-A1B4-15CEDC80734F}">
      <dgm:prSet/>
      <dgm:spPr/>
      <dgm:t>
        <a:bodyPr/>
        <a:lstStyle/>
        <a:p>
          <a:endParaRPr lang="en-IN"/>
        </a:p>
      </dgm:t>
    </dgm:pt>
    <dgm:pt modelId="{B0580393-98BC-4EF0-B3B9-DA8A7CD84E6F}" type="sibTrans" cxnId="{76BD84D2-F837-4D95-A1B4-15CEDC80734F}">
      <dgm:prSet/>
      <dgm:spPr/>
      <dgm:t>
        <a:bodyPr/>
        <a:lstStyle/>
        <a:p>
          <a:endParaRPr lang="en-IN"/>
        </a:p>
      </dgm:t>
    </dgm:pt>
    <dgm:pt modelId="{EFC2B7DE-DE61-428B-91D5-D58194A8863A}">
      <dgm:prSet/>
      <dgm:spPr/>
      <dgm:t>
        <a:bodyPr/>
        <a:lstStyle/>
        <a:p>
          <a:r>
            <a:rPr lang="en-IN"/>
            <a:t>Interpreting trends to drive decisions.</a:t>
          </a:r>
        </a:p>
      </dgm:t>
    </dgm:pt>
    <dgm:pt modelId="{F62E8E0C-04FA-4448-BB13-C2E64B13E590}" type="parTrans" cxnId="{4183EA87-0791-4D3E-9BF1-D37A88CD84B5}">
      <dgm:prSet/>
      <dgm:spPr/>
      <dgm:t>
        <a:bodyPr/>
        <a:lstStyle/>
        <a:p>
          <a:endParaRPr lang="en-IN"/>
        </a:p>
      </dgm:t>
    </dgm:pt>
    <dgm:pt modelId="{BE6C4974-917A-477F-8BB0-D48CB53CC076}" type="sibTrans" cxnId="{4183EA87-0791-4D3E-9BF1-D37A88CD84B5}">
      <dgm:prSet/>
      <dgm:spPr/>
      <dgm:t>
        <a:bodyPr/>
        <a:lstStyle/>
        <a:p>
          <a:endParaRPr lang="en-IN"/>
        </a:p>
      </dgm:t>
    </dgm:pt>
    <dgm:pt modelId="{AE804E6D-A1BF-4D4D-B114-2A1B87D4B0FB}" type="pres">
      <dgm:prSet presAssocID="{0B38657B-7AC1-4DCE-A76D-E925F740CC9C}" presName="composite" presStyleCnt="0">
        <dgm:presLayoutVars>
          <dgm:chMax val="5"/>
          <dgm:dir/>
          <dgm:resizeHandles val="exact"/>
        </dgm:presLayoutVars>
      </dgm:prSet>
      <dgm:spPr/>
    </dgm:pt>
    <dgm:pt modelId="{69CA359B-9B0D-4FCD-97D4-C71764A4E44B}" type="pres">
      <dgm:prSet presAssocID="{664C1917-6D43-43A0-86F7-22DEF08A6A87}" presName="circle1" presStyleLbl="lnNode1" presStyleIdx="0" presStyleCnt="4"/>
      <dgm:spPr/>
    </dgm:pt>
    <dgm:pt modelId="{A382BD5F-3441-42FA-8F59-20E319D39FF9}" type="pres">
      <dgm:prSet presAssocID="{664C1917-6D43-43A0-86F7-22DEF08A6A87}" presName="text1" presStyleLbl="revTx" presStyleIdx="0" presStyleCnt="4">
        <dgm:presLayoutVars>
          <dgm:bulletEnabled val="1"/>
        </dgm:presLayoutVars>
      </dgm:prSet>
      <dgm:spPr/>
    </dgm:pt>
    <dgm:pt modelId="{2FB9E9EC-0F8D-4C8A-B80F-67AC2F12014B}" type="pres">
      <dgm:prSet presAssocID="{664C1917-6D43-43A0-86F7-22DEF08A6A87}" presName="line1" presStyleLbl="callout" presStyleIdx="0" presStyleCnt="8"/>
      <dgm:spPr/>
    </dgm:pt>
    <dgm:pt modelId="{6B8F0D35-B5A2-46EC-9530-39C6DD11B2C2}" type="pres">
      <dgm:prSet presAssocID="{664C1917-6D43-43A0-86F7-22DEF08A6A87}" presName="d1" presStyleLbl="callout" presStyleIdx="1" presStyleCnt="8"/>
      <dgm:spPr/>
    </dgm:pt>
    <dgm:pt modelId="{A3F1B7D8-EC08-4CB9-B58A-A26F0936BCAE}" type="pres">
      <dgm:prSet presAssocID="{058B5AAE-1730-414D-84C7-044269162FDF}" presName="circle2" presStyleLbl="lnNode1" presStyleIdx="1" presStyleCnt="4"/>
      <dgm:spPr/>
    </dgm:pt>
    <dgm:pt modelId="{EB50E066-AB96-4F5A-8870-48DFB42C9615}" type="pres">
      <dgm:prSet presAssocID="{058B5AAE-1730-414D-84C7-044269162FDF}" presName="text2" presStyleLbl="revTx" presStyleIdx="1" presStyleCnt="4">
        <dgm:presLayoutVars>
          <dgm:bulletEnabled val="1"/>
        </dgm:presLayoutVars>
      </dgm:prSet>
      <dgm:spPr/>
    </dgm:pt>
    <dgm:pt modelId="{808AAD16-037B-4F7B-B974-AC75A137FAAF}" type="pres">
      <dgm:prSet presAssocID="{058B5AAE-1730-414D-84C7-044269162FDF}" presName="line2" presStyleLbl="callout" presStyleIdx="2" presStyleCnt="8"/>
      <dgm:spPr/>
    </dgm:pt>
    <dgm:pt modelId="{4C31E44D-6CFF-4DFB-B510-17790F008120}" type="pres">
      <dgm:prSet presAssocID="{058B5AAE-1730-414D-84C7-044269162FDF}" presName="d2" presStyleLbl="callout" presStyleIdx="3" presStyleCnt="8"/>
      <dgm:spPr/>
    </dgm:pt>
    <dgm:pt modelId="{3FCAF6A3-5660-4171-AB38-8D571782DC9D}" type="pres">
      <dgm:prSet presAssocID="{14CB2F12-F7BC-4989-B5FE-6C0A3CE82B66}" presName="circle3" presStyleLbl="lnNode1" presStyleIdx="2" presStyleCnt="4"/>
      <dgm:spPr/>
    </dgm:pt>
    <dgm:pt modelId="{CB447917-575D-4336-BFA8-6B9705598500}" type="pres">
      <dgm:prSet presAssocID="{14CB2F12-F7BC-4989-B5FE-6C0A3CE82B66}" presName="text3" presStyleLbl="revTx" presStyleIdx="2" presStyleCnt="4">
        <dgm:presLayoutVars>
          <dgm:bulletEnabled val="1"/>
        </dgm:presLayoutVars>
      </dgm:prSet>
      <dgm:spPr/>
    </dgm:pt>
    <dgm:pt modelId="{92102713-882E-4A04-AB41-B578935009AF}" type="pres">
      <dgm:prSet presAssocID="{14CB2F12-F7BC-4989-B5FE-6C0A3CE82B66}" presName="line3" presStyleLbl="callout" presStyleIdx="4" presStyleCnt="8"/>
      <dgm:spPr/>
    </dgm:pt>
    <dgm:pt modelId="{717FCE05-00AF-46B9-8892-DEBE82D40142}" type="pres">
      <dgm:prSet presAssocID="{14CB2F12-F7BC-4989-B5FE-6C0A3CE82B66}" presName="d3" presStyleLbl="callout" presStyleIdx="5" presStyleCnt="8"/>
      <dgm:spPr/>
    </dgm:pt>
    <dgm:pt modelId="{DD033237-4A6B-456D-BC18-F3AE59B9D98B}" type="pres">
      <dgm:prSet presAssocID="{EFC2B7DE-DE61-428B-91D5-D58194A8863A}" presName="circle4" presStyleLbl="lnNode1" presStyleIdx="3" presStyleCnt="4"/>
      <dgm:spPr/>
    </dgm:pt>
    <dgm:pt modelId="{7029C9F1-7DD2-44E9-B132-D7BC9AD8B4B9}" type="pres">
      <dgm:prSet presAssocID="{EFC2B7DE-DE61-428B-91D5-D58194A8863A}" presName="text4" presStyleLbl="revTx" presStyleIdx="3" presStyleCnt="4">
        <dgm:presLayoutVars>
          <dgm:bulletEnabled val="1"/>
        </dgm:presLayoutVars>
      </dgm:prSet>
      <dgm:spPr/>
    </dgm:pt>
    <dgm:pt modelId="{1E9F1EB4-BC55-447A-8F5D-8B1A06D3BA8B}" type="pres">
      <dgm:prSet presAssocID="{EFC2B7DE-DE61-428B-91D5-D58194A8863A}" presName="line4" presStyleLbl="callout" presStyleIdx="6" presStyleCnt="8"/>
      <dgm:spPr/>
    </dgm:pt>
    <dgm:pt modelId="{F7FE9BDC-414E-4BB2-8252-4069966E1C47}" type="pres">
      <dgm:prSet presAssocID="{EFC2B7DE-DE61-428B-91D5-D58194A8863A}" presName="d4" presStyleLbl="callout" presStyleIdx="7" presStyleCnt="8"/>
      <dgm:spPr/>
    </dgm:pt>
  </dgm:ptLst>
  <dgm:cxnLst>
    <dgm:cxn modelId="{BFCCEE0F-B2F5-4683-AC95-EBE5E850B9C5}" srcId="{0B38657B-7AC1-4DCE-A76D-E925F740CC9C}" destId="{058B5AAE-1730-414D-84C7-044269162FDF}" srcOrd="1" destOrd="0" parTransId="{212A9623-BE7C-4BA1-8DFD-FE8E5D9A7009}" sibTransId="{931D8B27-5010-4CCE-8FEF-84427031E52D}"/>
    <dgm:cxn modelId="{25A2D93A-3A69-4471-B012-D7528A87F0AF}" type="presOf" srcId="{664C1917-6D43-43A0-86F7-22DEF08A6A87}" destId="{A382BD5F-3441-42FA-8F59-20E319D39FF9}" srcOrd="0" destOrd="0" presId="urn:microsoft.com/office/officeart/2005/8/layout/target1"/>
    <dgm:cxn modelId="{263FA94E-B683-4BF6-BF55-AEE2EB62E4D0}" type="presOf" srcId="{058B5AAE-1730-414D-84C7-044269162FDF}" destId="{EB50E066-AB96-4F5A-8870-48DFB42C9615}" srcOrd="0" destOrd="0" presId="urn:microsoft.com/office/officeart/2005/8/layout/target1"/>
    <dgm:cxn modelId="{4183EA87-0791-4D3E-9BF1-D37A88CD84B5}" srcId="{0B38657B-7AC1-4DCE-A76D-E925F740CC9C}" destId="{EFC2B7DE-DE61-428B-91D5-D58194A8863A}" srcOrd="3" destOrd="0" parTransId="{F62E8E0C-04FA-4448-BB13-C2E64B13E590}" sibTransId="{BE6C4974-917A-477F-8BB0-D48CB53CC076}"/>
    <dgm:cxn modelId="{71F6EFA3-E4DD-4FF9-9848-3DACE6EC341B}" type="presOf" srcId="{14CB2F12-F7BC-4989-B5FE-6C0A3CE82B66}" destId="{CB447917-575D-4336-BFA8-6B9705598500}" srcOrd="0" destOrd="0" presId="urn:microsoft.com/office/officeart/2005/8/layout/target1"/>
    <dgm:cxn modelId="{4449DEB6-2B4D-495C-83E1-A0A9B5611893}" srcId="{0B38657B-7AC1-4DCE-A76D-E925F740CC9C}" destId="{664C1917-6D43-43A0-86F7-22DEF08A6A87}" srcOrd="0" destOrd="0" parTransId="{A7E35D87-4511-45EC-9303-02EF1D76A7A9}" sibTransId="{CEE4C739-040B-4CBA-9603-5BF38A9D5EC0}"/>
    <dgm:cxn modelId="{31F60CC4-36A9-4D0E-AAE8-82CF2FD6C9DA}" type="presOf" srcId="{EFC2B7DE-DE61-428B-91D5-D58194A8863A}" destId="{7029C9F1-7DD2-44E9-B132-D7BC9AD8B4B9}" srcOrd="0" destOrd="0" presId="urn:microsoft.com/office/officeart/2005/8/layout/target1"/>
    <dgm:cxn modelId="{76BD84D2-F837-4D95-A1B4-15CEDC80734F}" srcId="{0B38657B-7AC1-4DCE-A76D-E925F740CC9C}" destId="{14CB2F12-F7BC-4989-B5FE-6C0A3CE82B66}" srcOrd="2" destOrd="0" parTransId="{E9A62957-879C-4548-92B0-669C72D387A5}" sibTransId="{B0580393-98BC-4EF0-B3B9-DA8A7CD84E6F}"/>
    <dgm:cxn modelId="{C36FEEEF-B6B1-4BDA-AC52-CA959AC2DF6D}" type="presOf" srcId="{0B38657B-7AC1-4DCE-A76D-E925F740CC9C}" destId="{AE804E6D-A1BF-4D4D-B114-2A1B87D4B0FB}" srcOrd="0" destOrd="0" presId="urn:microsoft.com/office/officeart/2005/8/layout/target1"/>
    <dgm:cxn modelId="{E17F79FB-BE7A-4D90-B187-175DC21FA658}" type="presParOf" srcId="{AE804E6D-A1BF-4D4D-B114-2A1B87D4B0FB}" destId="{69CA359B-9B0D-4FCD-97D4-C71764A4E44B}" srcOrd="0" destOrd="0" presId="urn:microsoft.com/office/officeart/2005/8/layout/target1"/>
    <dgm:cxn modelId="{151CBF9C-6D23-49D9-A2C9-8DD97271C1AA}" type="presParOf" srcId="{AE804E6D-A1BF-4D4D-B114-2A1B87D4B0FB}" destId="{A382BD5F-3441-42FA-8F59-20E319D39FF9}" srcOrd="1" destOrd="0" presId="urn:microsoft.com/office/officeart/2005/8/layout/target1"/>
    <dgm:cxn modelId="{E5CBC9E3-920F-4C52-99D2-A8E1C492A10A}" type="presParOf" srcId="{AE804E6D-A1BF-4D4D-B114-2A1B87D4B0FB}" destId="{2FB9E9EC-0F8D-4C8A-B80F-67AC2F12014B}" srcOrd="2" destOrd="0" presId="urn:microsoft.com/office/officeart/2005/8/layout/target1"/>
    <dgm:cxn modelId="{1FF5D0CE-8C30-4338-B0C9-BB458360D12C}" type="presParOf" srcId="{AE804E6D-A1BF-4D4D-B114-2A1B87D4B0FB}" destId="{6B8F0D35-B5A2-46EC-9530-39C6DD11B2C2}" srcOrd="3" destOrd="0" presId="urn:microsoft.com/office/officeart/2005/8/layout/target1"/>
    <dgm:cxn modelId="{B7DFC086-50AF-48D7-AEF8-4F2AC01784D1}" type="presParOf" srcId="{AE804E6D-A1BF-4D4D-B114-2A1B87D4B0FB}" destId="{A3F1B7D8-EC08-4CB9-B58A-A26F0936BCAE}" srcOrd="4" destOrd="0" presId="urn:microsoft.com/office/officeart/2005/8/layout/target1"/>
    <dgm:cxn modelId="{52C69FBB-C109-4ACE-B40C-0132EBFF00EC}" type="presParOf" srcId="{AE804E6D-A1BF-4D4D-B114-2A1B87D4B0FB}" destId="{EB50E066-AB96-4F5A-8870-48DFB42C9615}" srcOrd="5" destOrd="0" presId="urn:microsoft.com/office/officeart/2005/8/layout/target1"/>
    <dgm:cxn modelId="{FACF1D86-177B-45EB-A39E-1CDF58F2A309}" type="presParOf" srcId="{AE804E6D-A1BF-4D4D-B114-2A1B87D4B0FB}" destId="{808AAD16-037B-4F7B-B974-AC75A137FAAF}" srcOrd="6" destOrd="0" presId="urn:microsoft.com/office/officeart/2005/8/layout/target1"/>
    <dgm:cxn modelId="{890CDACE-FC4C-48EC-B11F-00693C2D4E06}" type="presParOf" srcId="{AE804E6D-A1BF-4D4D-B114-2A1B87D4B0FB}" destId="{4C31E44D-6CFF-4DFB-B510-17790F008120}" srcOrd="7" destOrd="0" presId="urn:microsoft.com/office/officeart/2005/8/layout/target1"/>
    <dgm:cxn modelId="{9782075B-9815-49F3-A0B4-3B712242101D}" type="presParOf" srcId="{AE804E6D-A1BF-4D4D-B114-2A1B87D4B0FB}" destId="{3FCAF6A3-5660-4171-AB38-8D571782DC9D}" srcOrd="8" destOrd="0" presId="urn:microsoft.com/office/officeart/2005/8/layout/target1"/>
    <dgm:cxn modelId="{0C2AC27E-99F0-4338-92E9-BFF2D4CFD7C2}" type="presParOf" srcId="{AE804E6D-A1BF-4D4D-B114-2A1B87D4B0FB}" destId="{CB447917-575D-4336-BFA8-6B9705598500}" srcOrd="9" destOrd="0" presId="urn:microsoft.com/office/officeart/2005/8/layout/target1"/>
    <dgm:cxn modelId="{FDE01FE1-78F2-406B-98C8-90569B6D3A17}" type="presParOf" srcId="{AE804E6D-A1BF-4D4D-B114-2A1B87D4B0FB}" destId="{92102713-882E-4A04-AB41-B578935009AF}" srcOrd="10" destOrd="0" presId="urn:microsoft.com/office/officeart/2005/8/layout/target1"/>
    <dgm:cxn modelId="{0B86C439-9AF9-4A4D-A041-D69F79BB4340}" type="presParOf" srcId="{AE804E6D-A1BF-4D4D-B114-2A1B87D4B0FB}" destId="{717FCE05-00AF-46B9-8892-DEBE82D40142}" srcOrd="11" destOrd="0" presId="urn:microsoft.com/office/officeart/2005/8/layout/target1"/>
    <dgm:cxn modelId="{386B6493-049B-4BAE-B636-AC58B62D01AE}" type="presParOf" srcId="{AE804E6D-A1BF-4D4D-B114-2A1B87D4B0FB}" destId="{DD033237-4A6B-456D-BC18-F3AE59B9D98B}" srcOrd="12" destOrd="0" presId="urn:microsoft.com/office/officeart/2005/8/layout/target1"/>
    <dgm:cxn modelId="{D4FD18C1-6D76-4568-93C3-291F9A44A0F0}" type="presParOf" srcId="{AE804E6D-A1BF-4D4D-B114-2A1B87D4B0FB}" destId="{7029C9F1-7DD2-44E9-B132-D7BC9AD8B4B9}" srcOrd="13" destOrd="0" presId="urn:microsoft.com/office/officeart/2005/8/layout/target1"/>
    <dgm:cxn modelId="{284BFA85-B5B6-4061-8F2A-4DDEE2959C3E}" type="presParOf" srcId="{AE804E6D-A1BF-4D4D-B114-2A1B87D4B0FB}" destId="{1E9F1EB4-BC55-447A-8F5D-8B1A06D3BA8B}" srcOrd="14" destOrd="0" presId="urn:microsoft.com/office/officeart/2005/8/layout/target1"/>
    <dgm:cxn modelId="{69300A92-0F6D-4096-B008-B3E4D4C4CCC0}" type="presParOf" srcId="{AE804E6D-A1BF-4D4D-B114-2A1B87D4B0FB}" destId="{F7FE9BDC-414E-4BB2-8252-4069966E1C47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5D0C76-7ECD-4350-AF3E-42FEE310FECB}" type="doc">
      <dgm:prSet loTypeId="urn:microsoft.com/office/officeart/2005/8/layout/hList6" loCatId="list" qsTypeId="urn:microsoft.com/office/officeart/2005/8/quickstyle/simple3" qsCatId="simple" csTypeId="urn:microsoft.com/office/officeart/2005/8/colors/accent1_3" csCatId="accent1"/>
      <dgm:spPr/>
      <dgm:t>
        <a:bodyPr/>
        <a:lstStyle/>
        <a:p>
          <a:endParaRPr lang="en-IN"/>
        </a:p>
      </dgm:t>
    </dgm:pt>
    <dgm:pt modelId="{686F1AAC-0AFE-46DD-9B40-477AD615EE62}">
      <dgm:prSet/>
      <dgm:spPr/>
      <dgm:t>
        <a:bodyPr/>
        <a:lstStyle/>
        <a:p>
          <a:r>
            <a:rPr lang="en-IN"/>
            <a:t>East and North regions generate the highest revenue.</a:t>
          </a:r>
        </a:p>
      </dgm:t>
    </dgm:pt>
    <dgm:pt modelId="{92E4F375-DB2F-4E9E-AE08-7DEA23C5C19F}" type="parTrans" cxnId="{DC5987A8-054C-415F-8383-DC3E2D2BA004}">
      <dgm:prSet/>
      <dgm:spPr/>
      <dgm:t>
        <a:bodyPr/>
        <a:lstStyle/>
        <a:p>
          <a:endParaRPr lang="en-IN"/>
        </a:p>
      </dgm:t>
    </dgm:pt>
    <dgm:pt modelId="{599F85B8-9469-41EF-A63D-9D347F89C3CD}" type="sibTrans" cxnId="{DC5987A8-054C-415F-8383-DC3E2D2BA004}">
      <dgm:prSet/>
      <dgm:spPr/>
      <dgm:t>
        <a:bodyPr/>
        <a:lstStyle/>
        <a:p>
          <a:endParaRPr lang="en-IN"/>
        </a:p>
      </dgm:t>
    </dgm:pt>
    <dgm:pt modelId="{DFD57838-8811-4104-AECE-834989BA10F8}">
      <dgm:prSet/>
      <dgm:spPr/>
      <dgm:t>
        <a:bodyPr/>
        <a:lstStyle/>
        <a:p>
          <a:r>
            <a:rPr lang="en-IN"/>
            <a:t>Top products: Tablets and Monitors.</a:t>
          </a:r>
        </a:p>
      </dgm:t>
    </dgm:pt>
    <dgm:pt modelId="{45BC8069-CC97-4D0B-B54A-6ABAF79E3EE6}" type="parTrans" cxnId="{E60FA27C-0306-4A22-B39B-6985DC2E4638}">
      <dgm:prSet/>
      <dgm:spPr/>
      <dgm:t>
        <a:bodyPr/>
        <a:lstStyle/>
        <a:p>
          <a:endParaRPr lang="en-IN"/>
        </a:p>
      </dgm:t>
    </dgm:pt>
    <dgm:pt modelId="{8CA8EC88-BF16-40DC-A6C1-6E0D06669F22}" type="sibTrans" cxnId="{E60FA27C-0306-4A22-B39B-6985DC2E4638}">
      <dgm:prSet/>
      <dgm:spPr/>
      <dgm:t>
        <a:bodyPr/>
        <a:lstStyle/>
        <a:p>
          <a:endParaRPr lang="en-IN"/>
        </a:p>
      </dgm:t>
    </dgm:pt>
    <dgm:pt modelId="{A73B4C3A-C836-4BAA-AA6D-9FE8B60A833E}">
      <dgm:prSet/>
      <dgm:spPr/>
      <dgm:t>
        <a:bodyPr/>
        <a:lstStyle/>
        <a:p>
          <a:r>
            <a:rPr lang="en-IN"/>
            <a:t>Sales peak in May and August; dips in March and July.</a:t>
          </a:r>
        </a:p>
      </dgm:t>
    </dgm:pt>
    <dgm:pt modelId="{D67E502A-3463-41C7-ACB3-47EBFFB39E95}" type="parTrans" cxnId="{39E7AC11-6FEC-4473-B0AD-97CABFF6A832}">
      <dgm:prSet/>
      <dgm:spPr/>
      <dgm:t>
        <a:bodyPr/>
        <a:lstStyle/>
        <a:p>
          <a:endParaRPr lang="en-IN"/>
        </a:p>
      </dgm:t>
    </dgm:pt>
    <dgm:pt modelId="{A1234D1B-901C-437C-9730-B58D9C1777E1}" type="sibTrans" cxnId="{39E7AC11-6FEC-4473-B0AD-97CABFF6A832}">
      <dgm:prSet/>
      <dgm:spPr/>
      <dgm:t>
        <a:bodyPr/>
        <a:lstStyle/>
        <a:p>
          <a:endParaRPr lang="en-IN"/>
        </a:p>
      </dgm:t>
    </dgm:pt>
    <dgm:pt modelId="{24E45312-A38F-4E87-A9C0-2EF97A12A20C}">
      <dgm:prSet/>
      <dgm:spPr/>
      <dgm:t>
        <a:bodyPr/>
        <a:lstStyle/>
        <a:p>
          <a:r>
            <a:rPr lang="en-IN"/>
            <a:t>No direct correlation between high sales and high profit.</a:t>
          </a:r>
        </a:p>
      </dgm:t>
    </dgm:pt>
    <dgm:pt modelId="{097F9D2D-67E8-48D6-A4FB-4FBB55A2371D}" type="parTrans" cxnId="{6F90BB9C-D220-43C4-8559-8347D34A031A}">
      <dgm:prSet/>
      <dgm:spPr/>
      <dgm:t>
        <a:bodyPr/>
        <a:lstStyle/>
        <a:p>
          <a:endParaRPr lang="en-IN"/>
        </a:p>
      </dgm:t>
    </dgm:pt>
    <dgm:pt modelId="{B5086BE9-F621-4FBF-B9E5-FFBF7BCC7B5D}" type="sibTrans" cxnId="{6F90BB9C-D220-43C4-8559-8347D34A031A}">
      <dgm:prSet/>
      <dgm:spPr/>
      <dgm:t>
        <a:bodyPr/>
        <a:lstStyle/>
        <a:p>
          <a:endParaRPr lang="en-IN"/>
        </a:p>
      </dgm:t>
    </dgm:pt>
    <dgm:pt modelId="{DAAF0988-5EAF-47AB-9606-EE4BC3334072}" type="pres">
      <dgm:prSet presAssocID="{285D0C76-7ECD-4350-AF3E-42FEE310FECB}" presName="Name0" presStyleCnt="0">
        <dgm:presLayoutVars>
          <dgm:dir/>
          <dgm:resizeHandles val="exact"/>
        </dgm:presLayoutVars>
      </dgm:prSet>
      <dgm:spPr/>
    </dgm:pt>
    <dgm:pt modelId="{04B8583D-6B22-451E-9C1E-4D2DF9E195EC}" type="pres">
      <dgm:prSet presAssocID="{686F1AAC-0AFE-46DD-9B40-477AD615EE62}" presName="node" presStyleLbl="node1" presStyleIdx="0" presStyleCnt="4">
        <dgm:presLayoutVars>
          <dgm:bulletEnabled val="1"/>
        </dgm:presLayoutVars>
      </dgm:prSet>
      <dgm:spPr/>
    </dgm:pt>
    <dgm:pt modelId="{06061767-700B-412D-A1A5-DCE80AF46A93}" type="pres">
      <dgm:prSet presAssocID="{599F85B8-9469-41EF-A63D-9D347F89C3CD}" presName="sibTrans" presStyleCnt="0"/>
      <dgm:spPr/>
    </dgm:pt>
    <dgm:pt modelId="{A81CFD3C-FD69-43CA-B82B-6B8A97865F58}" type="pres">
      <dgm:prSet presAssocID="{DFD57838-8811-4104-AECE-834989BA10F8}" presName="node" presStyleLbl="node1" presStyleIdx="1" presStyleCnt="4">
        <dgm:presLayoutVars>
          <dgm:bulletEnabled val="1"/>
        </dgm:presLayoutVars>
      </dgm:prSet>
      <dgm:spPr/>
    </dgm:pt>
    <dgm:pt modelId="{73F0BB3D-0840-4B4D-939B-CC2873E78FAF}" type="pres">
      <dgm:prSet presAssocID="{8CA8EC88-BF16-40DC-A6C1-6E0D06669F22}" presName="sibTrans" presStyleCnt="0"/>
      <dgm:spPr/>
    </dgm:pt>
    <dgm:pt modelId="{2AB2E7AC-301E-4605-A1E8-FC06867B7939}" type="pres">
      <dgm:prSet presAssocID="{A73B4C3A-C836-4BAA-AA6D-9FE8B60A833E}" presName="node" presStyleLbl="node1" presStyleIdx="2" presStyleCnt="4">
        <dgm:presLayoutVars>
          <dgm:bulletEnabled val="1"/>
        </dgm:presLayoutVars>
      </dgm:prSet>
      <dgm:spPr/>
    </dgm:pt>
    <dgm:pt modelId="{BBF86AA5-691D-468D-9F85-46A3C22D9874}" type="pres">
      <dgm:prSet presAssocID="{A1234D1B-901C-437C-9730-B58D9C1777E1}" presName="sibTrans" presStyleCnt="0"/>
      <dgm:spPr/>
    </dgm:pt>
    <dgm:pt modelId="{2CF4EDD6-7315-4A63-ADCE-85EB26146DAB}" type="pres">
      <dgm:prSet presAssocID="{24E45312-A38F-4E87-A9C0-2EF97A12A20C}" presName="node" presStyleLbl="node1" presStyleIdx="3" presStyleCnt="4">
        <dgm:presLayoutVars>
          <dgm:bulletEnabled val="1"/>
        </dgm:presLayoutVars>
      </dgm:prSet>
      <dgm:spPr/>
    </dgm:pt>
  </dgm:ptLst>
  <dgm:cxnLst>
    <dgm:cxn modelId="{39E7AC11-6FEC-4473-B0AD-97CABFF6A832}" srcId="{285D0C76-7ECD-4350-AF3E-42FEE310FECB}" destId="{A73B4C3A-C836-4BAA-AA6D-9FE8B60A833E}" srcOrd="2" destOrd="0" parTransId="{D67E502A-3463-41C7-ACB3-47EBFFB39E95}" sibTransId="{A1234D1B-901C-437C-9730-B58D9C1777E1}"/>
    <dgm:cxn modelId="{4A5B1136-860D-4731-8F6B-8EB38712B3F8}" type="presOf" srcId="{A73B4C3A-C836-4BAA-AA6D-9FE8B60A833E}" destId="{2AB2E7AC-301E-4605-A1E8-FC06867B7939}" srcOrd="0" destOrd="0" presId="urn:microsoft.com/office/officeart/2005/8/layout/hList6"/>
    <dgm:cxn modelId="{DB93404F-EA13-4343-8F3D-66E840411ACC}" type="presOf" srcId="{285D0C76-7ECD-4350-AF3E-42FEE310FECB}" destId="{DAAF0988-5EAF-47AB-9606-EE4BC3334072}" srcOrd="0" destOrd="0" presId="urn:microsoft.com/office/officeart/2005/8/layout/hList6"/>
    <dgm:cxn modelId="{7331EC7A-8E14-4864-8110-4C773F935258}" type="presOf" srcId="{686F1AAC-0AFE-46DD-9B40-477AD615EE62}" destId="{04B8583D-6B22-451E-9C1E-4D2DF9E195EC}" srcOrd="0" destOrd="0" presId="urn:microsoft.com/office/officeart/2005/8/layout/hList6"/>
    <dgm:cxn modelId="{E60FA27C-0306-4A22-B39B-6985DC2E4638}" srcId="{285D0C76-7ECD-4350-AF3E-42FEE310FECB}" destId="{DFD57838-8811-4104-AECE-834989BA10F8}" srcOrd="1" destOrd="0" parTransId="{45BC8069-CC97-4D0B-B54A-6ABAF79E3EE6}" sibTransId="{8CA8EC88-BF16-40DC-A6C1-6E0D06669F22}"/>
    <dgm:cxn modelId="{A4C6F685-7732-4AE1-9709-DDBDCF35EDAC}" type="presOf" srcId="{DFD57838-8811-4104-AECE-834989BA10F8}" destId="{A81CFD3C-FD69-43CA-B82B-6B8A97865F58}" srcOrd="0" destOrd="0" presId="urn:microsoft.com/office/officeart/2005/8/layout/hList6"/>
    <dgm:cxn modelId="{6F90BB9C-D220-43C4-8559-8347D34A031A}" srcId="{285D0C76-7ECD-4350-AF3E-42FEE310FECB}" destId="{24E45312-A38F-4E87-A9C0-2EF97A12A20C}" srcOrd="3" destOrd="0" parTransId="{097F9D2D-67E8-48D6-A4FB-4FBB55A2371D}" sibTransId="{B5086BE9-F621-4FBF-B9E5-FFBF7BCC7B5D}"/>
    <dgm:cxn modelId="{DC5987A8-054C-415F-8383-DC3E2D2BA004}" srcId="{285D0C76-7ECD-4350-AF3E-42FEE310FECB}" destId="{686F1AAC-0AFE-46DD-9B40-477AD615EE62}" srcOrd="0" destOrd="0" parTransId="{92E4F375-DB2F-4E9E-AE08-7DEA23C5C19F}" sibTransId="{599F85B8-9469-41EF-A63D-9D347F89C3CD}"/>
    <dgm:cxn modelId="{8E5019F9-32A1-46E8-A8B2-5B96DAB7591E}" type="presOf" srcId="{24E45312-A38F-4E87-A9C0-2EF97A12A20C}" destId="{2CF4EDD6-7315-4A63-ADCE-85EB26146DAB}" srcOrd="0" destOrd="0" presId="urn:microsoft.com/office/officeart/2005/8/layout/hList6"/>
    <dgm:cxn modelId="{E652DC43-CF06-4838-9101-4FFC18CFB294}" type="presParOf" srcId="{DAAF0988-5EAF-47AB-9606-EE4BC3334072}" destId="{04B8583D-6B22-451E-9C1E-4D2DF9E195EC}" srcOrd="0" destOrd="0" presId="urn:microsoft.com/office/officeart/2005/8/layout/hList6"/>
    <dgm:cxn modelId="{8719C924-E39A-42AF-A324-4C0FC033C959}" type="presParOf" srcId="{DAAF0988-5EAF-47AB-9606-EE4BC3334072}" destId="{06061767-700B-412D-A1A5-DCE80AF46A93}" srcOrd="1" destOrd="0" presId="urn:microsoft.com/office/officeart/2005/8/layout/hList6"/>
    <dgm:cxn modelId="{C7A59246-44C7-46DD-8B01-3C2EB942D436}" type="presParOf" srcId="{DAAF0988-5EAF-47AB-9606-EE4BC3334072}" destId="{A81CFD3C-FD69-43CA-B82B-6B8A97865F58}" srcOrd="2" destOrd="0" presId="urn:microsoft.com/office/officeart/2005/8/layout/hList6"/>
    <dgm:cxn modelId="{14617C0B-28ED-46A1-9A65-D2E1AF2640BA}" type="presParOf" srcId="{DAAF0988-5EAF-47AB-9606-EE4BC3334072}" destId="{73F0BB3D-0840-4B4D-939B-CC2873E78FAF}" srcOrd="3" destOrd="0" presId="urn:microsoft.com/office/officeart/2005/8/layout/hList6"/>
    <dgm:cxn modelId="{98B43427-A14F-419D-8B49-013A2FBC4C64}" type="presParOf" srcId="{DAAF0988-5EAF-47AB-9606-EE4BC3334072}" destId="{2AB2E7AC-301E-4605-A1E8-FC06867B7939}" srcOrd="4" destOrd="0" presId="urn:microsoft.com/office/officeart/2005/8/layout/hList6"/>
    <dgm:cxn modelId="{36AE31B3-1482-4AA2-9EB5-45CD22F263F2}" type="presParOf" srcId="{DAAF0988-5EAF-47AB-9606-EE4BC3334072}" destId="{BBF86AA5-691D-468D-9F85-46A3C22D9874}" srcOrd="5" destOrd="0" presId="urn:microsoft.com/office/officeart/2005/8/layout/hList6"/>
    <dgm:cxn modelId="{A61E8129-DF1D-425C-8E38-BE0E863E24DD}" type="presParOf" srcId="{DAAF0988-5EAF-47AB-9606-EE4BC3334072}" destId="{2CF4EDD6-7315-4A63-ADCE-85EB26146DAB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100812-EF6E-4D46-9AC0-76687D4CDF81}" type="doc">
      <dgm:prSet loTypeId="urn:microsoft.com/office/officeart/2005/8/layout/hierarchy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99C5ED8-B61C-4C48-BDEE-4B3ED78A0BF0}">
      <dgm:prSet/>
      <dgm:spPr/>
      <dgm:t>
        <a:bodyPr/>
        <a:lstStyle/>
        <a:p>
          <a:r>
            <a:rPr lang="en-IN" dirty="0"/>
            <a:t>Electronics are the main sales driver – keep them as a priority.</a:t>
          </a:r>
        </a:p>
      </dgm:t>
    </dgm:pt>
    <dgm:pt modelId="{1D830C96-A804-4DA5-AFE6-18E7DFEEEE9D}" type="parTrans" cxnId="{4C08D26E-6DA0-4255-9EA4-02A435097BA5}">
      <dgm:prSet/>
      <dgm:spPr/>
      <dgm:t>
        <a:bodyPr/>
        <a:lstStyle/>
        <a:p>
          <a:endParaRPr lang="en-IN"/>
        </a:p>
      </dgm:t>
    </dgm:pt>
    <dgm:pt modelId="{09DBEC40-71B5-45F4-8799-AFFB583C22AA}" type="sibTrans" cxnId="{4C08D26E-6DA0-4255-9EA4-02A435097BA5}">
      <dgm:prSet/>
      <dgm:spPr/>
      <dgm:t>
        <a:bodyPr/>
        <a:lstStyle/>
        <a:p>
          <a:endParaRPr lang="en-IN"/>
        </a:p>
      </dgm:t>
    </dgm:pt>
    <dgm:pt modelId="{83A0282C-60A5-49EE-A43A-B76B0B209474}">
      <dgm:prSet/>
      <dgm:spPr/>
      <dgm:t>
        <a:bodyPr/>
        <a:lstStyle/>
        <a:p>
          <a:r>
            <a:rPr lang="en-IN" dirty="0"/>
            <a:t>Seasonal dips need further investigation – plan promotions to counter low months.</a:t>
          </a:r>
        </a:p>
      </dgm:t>
    </dgm:pt>
    <dgm:pt modelId="{6BC085E6-E934-4F81-9AF3-2E93E51E328B}" type="parTrans" cxnId="{F29F610C-492C-4ABC-AF24-F50F2CB120EC}">
      <dgm:prSet/>
      <dgm:spPr/>
      <dgm:t>
        <a:bodyPr/>
        <a:lstStyle/>
        <a:p>
          <a:endParaRPr lang="en-IN"/>
        </a:p>
      </dgm:t>
    </dgm:pt>
    <dgm:pt modelId="{FAAF710D-7D50-4548-9DFF-4CBF12A23DA2}" type="sibTrans" cxnId="{F29F610C-492C-4ABC-AF24-F50F2CB120EC}">
      <dgm:prSet/>
      <dgm:spPr/>
      <dgm:t>
        <a:bodyPr/>
        <a:lstStyle/>
        <a:p>
          <a:endParaRPr lang="en-IN"/>
        </a:p>
      </dgm:t>
    </dgm:pt>
    <dgm:pt modelId="{DF9A4A6D-BDCF-4E7E-9962-F911F0387979}">
      <dgm:prSet/>
      <dgm:spPr/>
      <dgm:t>
        <a:bodyPr/>
        <a:lstStyle/>
        <a:p>
          <a:r>
            <a:rPr lang="en-IN" dirty="0"/>
            <a:t>West region’s performance can be boosted with targeted marketing.</a:t>
          </a:r>
        </a:p>
      </dgm:t>
    </dgm:pt>
    <dgm:pt modelId="{E334F502-98BA-4FE3-8267-D0D5D63D0080}" type="parTrans" cxnId="{6C599AFD-D8BF-47D5-AE7A-7A223DA1211A}">
      <dgm:prSet/>
      <dgm:spPr/>
      <dgm:t>
        <a:bodyPr/>
        <a:lstStyle/>
        <a:p>
          <a:endParaRPr lang="en-IN"/>
        </a:p>
      </dgm:t>
    </dgm:pt>
    <dgm:pt modelId="{BD9FECDF-D9B8-4903-B3FB-DEB9F21B55F0}" type="sibTrans" cxnId="{6C599AFD-D8BF-47D5-AE7A-7A223DA1211A}">
      <dgm:prSet/>
      <dgm:spPr/>
      <dgm:t>
        <a:bodyPr/>
        <a:lstStyle/>
        <a:p>
          <a:endParaRPr lang="en-IN"/>
        </a:p>
      </dgm:t>
    </dgm:pt>
    <dgm:pt modelId="{B856C1CD-BA4E-4B97-8EBA-340D33124396}">
      <dgm:prSet/>
      <dgm:spPr/>
      <dgm:t>
        <a:bodyPr/>
        <a:lstStyle/>
        <a:p>
          <a:r>
            <a:rPr lang="en-IN" dirty="0"/>
            <a:t>Review pricing and discount policies to avoid negative profit sales.</a:t>
          </a:r>
        </a:p>
      </dgm:t>
    </dgm:pt>
    <dgm:pt modelId="{32649257-9C8F-46E5-9020-589807CB8907}" type="parTrans" cxnId="{E3A06FE5-B6AB-480B-9E1F-2E6F71F975D0}">
      <dgm:prSet/>
      <dgm:spPr/>
      <dgm:t>
        <a:bodyPr/>
        <a:lstStyle/>
        <a:p>
          <a:endParaRPr lang="en-IN"/>
        </a:p>
      </dgm:t>
    </dgm:pt>
    <dgm:pt modelId="{F035846F-B3BB-482B-BC06-23653DEB5B83}" type="sibTrans" cxnId="{E3A06FE5-B6AB-480B-9E1F-2E6F71F975D0}">
      <dgm:prSet/>
      <dgm:spPr/>
      <dgm:t>
        <a:bodyPr/>
        <a:lstStyle/>
        <a:p>
          <a:endParaRPr lang="en-IN"/>
        </a:p>
      </dgm:t>
    </dgm:pt>
    <dgm:pt modelId="{A715E6C1-B074-4EF9-9EEF-3F0E147592F2}" type="pres">
      <dgm:prSet presAssocID="{95100812-EF6E-4D46-9AC0-76687D4CDF81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0F7E842-1D22-4801-9BF7-1FEE533808C2}" type="pres">
      <dgm:prSet presAssocID="{699C5ED8-B61C-4C48-BDEE-4B3ED78A0BF0}" presName="vertOne" presStyleCnt="0"/>
      <dgm:spPr/>
    </dgm:pt>
    <dgm:pt modelId="{60AD1DDF-FCE1-4E11-A6FA-989AF70F360C}" type="pres">
      <dgm:prSet presAssocID="{699C5ED8-B61C-4C48-BDEE-4B3ED78A0BF0}" presName="txOne" presStyleLbl="node0" presStyleIdx="0" presStyleCnt="4">
        <dgm:presLayoutVars>
          <dgm:chPref val="3"/>
        </dgm:presLayoutVars>
      </dgm:prSet>
      <dgm:spPr/>
    </dgm:pt>
    <dgm:pt modelId="{6CDFA8C1-59D5-4A9E-9632-231CDE93AD27}" type="pres">
      <dgm:prSet presAssocID="{699C5ED8-B61C-4C48-BDEE-4B3ED78A0BF0}" presName="horzOne" presStyleCnt="0"/>
      <dgm:spPr/>
    </dgm:pt>
    <dgm:pt modelId="{97C9324D-3ED0-4C0D-81A3-49596A30B84D}" type="pres">
      <dgm:prSet presAssocID="{09DBEC40-71B5-45F4-8799-AFFB583C22AA}" presName="sibSpaceOne" presStyleCnt="0"/>
      <dgm:spPr/>
    </dgm:pt>
    <dgm:pt modelId="{01BEA306-CD81-4908-8698-097D25E9FB87}" type="pres">
      <dgm:prSet presAssocID="{83A0282C-60A5-49EE-A43A-B76B0B209474}" presName="vertOne" presStyleCnt="0"/>
      <dgm:spPr/>
    </dgm:pt>
    <dgm:pt modelId="{D7DB0748-CB5F-4F0D-8955-2AD624B3AEF1}" type="pres">
      <dgm:prSet presAssocID="{83A0282C-60A5-49EE-A43A-B76B0B209474}" presName="txOne" presStyleLbl="node0" presStyleIdx="1" presStyleCnt="4">
        <dgm:presLayoutVars>
          <dgm:chPref val="3"/>
        </dgm:presLayoutVars>
      </dgm:prSet>
      <dgm:spPr/>
    </dgm:pt>
    <dgm:pt modelId="{055C6F57-9DF7-41D7-83E7-22129A64D8FA}" type="pres">
      <dgm:prSet presAssocID="{83A0282C-60A5-49EE-A43A-B76B0B209474}" presName="horzOne" presStyleCnt="0"/>
      <dgm:spPr/>
    </dgm:pt>
    <dgm:pt modelId="{5273EC62-FA58-4CEE-B371-BE6DE2AE82BD}" type="pres">
      <dgm:prSet presAssocID="{FAAF710D-7D50-4548-9DFF-4CBF12A23DA2}" presName="sibSpaceOne" presStyleCnt="0"/>
      <dgm:spPr/>
    </dgm:pt>
    <dgm:pt modelId="{8912C5A1-FFE8-482B-B4AF-644DE161E8A6}" type="pres">
      <dgm:prSet presAssocID="{DF9A4A6D-BDCF-4E7E-9962-F911F0387979}" presName="vertOne" presStyleCnt="0"/>
      <dgm:spPr/>
    </dgm:pt>
    <dgm:pt modelId="{E1D8C638-9F84-461C-8776-D5685FA0ADF9}" type="pres">
      <dgm:prSet presAssocID="{DF9A4A6D-BDCF-4E7E-9962-F911F0387979}" presName="txOne" presStyleLbl="node0" presStyleIdx="2" presStyleCnt="4">
        <dgm:presLayoutVars>
          <dgm:chPref val="3"/>
        </dgm:presLayoutVars>
      </dgm:prSet>
      <dgm:spPr/>
    </dgm:pt>
    <dgm:pt modelId="{38957A66-D216-4324-ABAC-6802DDFF29F7}" type="pres">
      <dgm:prSet presAssocID="{DF9A4A6D-BDCF-4E7E-9962-F911F0387979}" presName="horzOne" presStyleCnt="0"/>
      <dgm:spPr/>
    </dgm:pt>
    <dgm:pt modelId="{46A1F4DF-E40E-431E-8AA8-261171DD6919}" type="pres">
      <dgm:prSet presAssocID="{BD9FECDF-D9B8-4903-B3FB-DEB9F21B55F0}" presName="sibSpaceOne" presStyleCnt="0"/>
      <dgm:spPr/>
    </dgm:pt>
    <dgm:pt modelId="{DD33728F-0483-479F-BA09-0C7C603097C7}" type="pres">
      <dgm:prSet presAssocID="{B856C1CD-BA4E-4B97-8EBA-340D33124396}" presName="vertOne" presStyleCnt="0"/>
      <dgm:spPr/>
    </dgm:pt>
    <dgm:pt modelId="{AE29C5A4-6672-47A2-AEC1-325FE3F8EF88}" type="pres">
      <dgm:prSet presAssocID="{B856C1CD-BA4E-4B97-8EBA-340D33124396}" presName="txOne" presStyleLbl="node0" presStyleIdx="3" presStyleCnt="4">
        <dgm:presLayoutVars>
          <dgm:chPref val="3"/>
        </dgm:presLayoutVars>
      </dgm:prSet>
      <dgm:spPr/>
    </dgm:pt>
    <dgm:pt modelId="{EB4F3FE7-4AAD-458B-B990-C88CCF90D126}" type="pres">
      <dgm:prSet presAssocID="{B856C1CD-BA4E-4B97-8EBA-340D33124396}" presName="horzOne" presStyleCnt="0"/>
      <dgm:spPr/>
    </dgm:pt>
  </dgm:ptLst>
  <dgm:cxnLst>
    <dgm:cxn modelId="{55F3FE0A-E84F-4FC2-88AF-087DA5A719E3}" type="presOf" srcId="{699C5ED8-B61C-4C48-BDEE-4B3ED78A0BF0}" destId="{60AD1DDF-FCE1-4E11-A6FA-989AF70F360C}" srcOrd="0" destOrd="0" presId="urn:microsoft.com/office/officeart/2005/8/layout/hierarchy4"/>
    <dgm:cxn modelId="{F29F610C-492C-4ABC-AF24-F50F2CB120EC}" srcId="{95100812-EF6E-4D46-9AC0-76687D4CDF81}" destId="{83A0282C-60A5-49EE-A43A-B76B0B209474}" srcOrd="1" destOrd="0" parTransId="{6BC085E6-E934-4F81-9AF3-2E93E51E328B}" sibTransId="{FAAF710D-7D50-4548-9DFF-4CBF12A23DA2}"/>
    <dgm:cxn modelId="{8146F40F-B1D7-4013-BD4A-C7D2D164ED28}" type="presOf" srcId="{95100812-EF6E-4D46-9AC0-76687D4CDF81}" destId="{A715E6C1-B074-4EF9-9EEF-3F0E147592F2}" srcOrd="0" destOrd="0" presId="urn:microsoft.com/office/officeart/2005/8/layout/hierarchy4"/>
    <dgm:cxn modelId="{4C08D26E-6DA0-4255-9EA4-02A435097BA5}" srcId="{95100812-EF6E-4D46-9AC0-76687D4CDF81}" destId="{699C5ED8-B61C-4C48-BDEE-4B3ED78A0BF0}" srcOrd="0" destOrd="0" parTransId="{1D830C96-A804-4DA5-AFE6-18E7DFEEEE9D}" sibTransId="{09DBEC40-71B5-45F4-8799-AFFB583C22AA}"/>
    <dgm:cxn modelId="{773AA694-0FBF-4CC6-83EE-679EC2F3E47C}" type="presOf" srcId="{83A0282C-60A5-49EE-A43A-B76B0B209474}" destId="{D7DB0748-CB5F-4F0D-8955-2AD624B3AEF1}" srcOrd="0" destOrd="0" presId="urn:microsoft.com/office/officeart/2005/8/layout/hierarchy4"/>
    <dgm:cxn modelId="{30BC09B8-7CDD-488C-97EE-EF758901422A}" type="presOf" srcId="{B856C1CD-BA4E-4B97-8EBA-340D33124396}" destId="{AE29C5A4-6672-47A2-AEC1-325FE3F8EF88}" srcOrd="0" destOrd="0" presId="urn:microsoft.com/office/officeart/2005/8/layout/hierarchy4"/>
    <dgm:cxn modelId="{E3A06FE5-B6AB-480B-9E1F-2E6F71F975D0}" srcId="{95100812-EF6E-4D46-9AC0-76687D4CDF81}" destId="{B856C1CD-BA4E-4B97-8EBA-340D33124396}" srcOrd="3" destOrd="0" parTransId="{32649257-9C8F-46E5-9020-589807CB8907}" sibTransId="{F035846F-B3BB-482B-BC06-23653DEB5B83}"/>
    <dgm:cxn modelId="{ED07C4F9-2FCC-403C-A062-E48D246C348B}" type="presOf" srcId="{DF9A4A6D-BDCF-4E7E-9962-F911F0387979}" destId="{E1D8C638-9F84-461C-8776-D5685FA0ADF9}" srcOrd="0" destOrd="0" presId="urn:microsoft.com/office/officeart/2005/8/layout/hierarchy4"/>
    <dgm:cxn modelId="{6C599AFD-D8BF-47D5-AE7A-7A223DA1211A}" srcId="{95100812-EF6E-4D46-9AC0-76687D4CDF81}" destId="{DF9A4A6D-BDCF-4E7E-9962-F911F0387979}" srcOrd="2" destOrd="0" parTransId="{E334F502-98BA-4FE3-8267-D0D5D63D0080}" sibTransId="{BD9FECDF-D9B8-4903-B3FB-DEB9F21B55F0}"/>
    <dgm:cxn modelId="{5E4FE153-4D23-42D7-A5E2-D03036D9EA32}" type="presParOf" srcId="{A715E6C1-B074-4EF9-9EEF-3F0E147592F2}" destId="{20F7E842-1D22-4801-9BF7-1FEE533808C2}" srcOrd="0" destOrd="0" presId="urn:microsoft.com/office/officeart/2005/8/layout/hierarchy4"/>
    <dgm:cxn modelId="{CC3885C7-9721-4FE4-B66C-E36757AB4D8E}" type="presParOf" srcId="{20F7E842-1D22-4801-9BF7-1FEE533808C2}" destId="{60AD1DDF-FCE1-4E11-A6FA-989AF70F360C}" srcOrd="0" destOrd="0" presId="urn:microsoft.com/office/officeart/2005/8/layout/hierarchy4"/>
    <dgm:cxn modelId="{DEC7CD5C-D2AD-47F3-BBC6-BC773EA299DA}" type="presParOf" srcId="{20F7E842-1D22-4801-9BF7-1FEE533808C2}" destId="{6CDFA8C1-59D5-4A9E-9632-231CDE93AD27}" srcOrd="1" destOrd="0" presId="urn:microsoft.com/office/officeart/2005/8/layout/hierarchy4"/>
    <dgm:cxn modelId="{F2CC90FC-3BDA-4B19-965A-D5D25E07DD3C}" type="presParOf" srcId="{A715E6C1-B074-4EF9-9EEF-3F0E147592F2}" destId="{97C9324D-3ED0-4C0D-81A3-49596A30B84D}" srcOrd="1" destOrd="0" presId="urn:microsoft.com/office/officeart/2005/8/layout/hierarchy4"/>
    <dgm:cxn modelId="{095E6E1B-B8AD-487A-8CBF-C3849B4C4340}" type="presParOf" srcId="{A715E6C1-B074-4EF9-9EEF-3F0E147592F2}" destId="{01BEA306-CD81-4908-8698-097D25E9FB87}" srcOrd="2" destOrd="0" presId="urn:microsoft.com/office/officeart/2005/8/layout/hierarchy4"/>
    <dgm:cxn modelId="{E485FF12-5230-4980-A740-E37619301FA3}" type="presParOf" srcId="{01BEA306-CD81-4908-8698-097D25E9FB87}" destId="{D7DB0748-CB5F-4F0D-8955-2AD624B3AEF1}" srcOrd="0" destOrd="0" presId="urn:microsoft.com/office/officeart/2005/8/layout/hierarchy4"/>
    <dgm:cxn modelId="{66495878-B828-4713-BD8E-21FF225461B0}" type="presParOf" srcId="{01BEA306-CD81-4908-8698-097D25E9FB87}" destId="{055C6F57-9DF7-41D7-83E7-22129A64D8FA}" srcOrd="1" destOrd="0" presId="urn:microsoft.com/office/officeart/2005/8/layout/hierarchy4"/>
    <dgm:cxn modelId="{12209C80-D232-4554-95D0-633B776FB781}" type="presParOf" srcId="{A715E6C1-B074-4EF9-9EEF-3F0E147592F2}" destId="{5273EC62-FA58-4CEE-B371-BE6DE2AE82BD}" srcOrd="3" destOrd="0" presId="urn:microsoft.com/office/officeart/2005/8/layout/hierarchy4"/>
    <dgm:cxn modelId="{79953E78-6BB5-471D-996E-64273862676A}" type="presParOf" srcId="{A715E6C1-B074-4EF9-9EEF-3F0E147592F2}" destId="{8912C5A1-FFE8-482B-B4AF-644DE161E8A6}" srcOrd="4" destOrd="0" presId="urn:microsoft.com/office/officeart/2005/8/layout/hierarchy4"/>
    <dgm:cxn modelId="{4E19855B-B71A-4132-A473-7786FAE099E3}" type="presParOf" srcId="{8912C5A1-FFE8-482B-B4AF-644DE161E8A6}" destId="{E1D8C638-9F84-461C-8776-D5685FA0ADF9}" srcOrd="0" destOrd="0" presId="urn:microsoft.com/office/officeart/2005/8/layout/hierarchy4"/>
    <dgm:cxn modelId="{FC4A5579-52DF-4106-9FC5-1CC766C5FEA6}" type="presParOf" srcId="{8912C5A1-FFE8-482B-B4AF-644DE161E8A6}" destId="{38957A66-D216-4324-ABAC-6802DDFF29F7}" srcOrd="1" destOrd="0" presId="urn:microsoft.com/office/officeart/2005/8/layout/hierarchy4"/>
    <dgm:cxn modelId="{50E81CAF-D3BA-4950-A28A-10256908FF95}" type="presParOf" srcId="{A715E6C1-B074-4EF9-9EEF-3F0E147592F2}" destId="{46A1F4DF-E40E-431E-8AA8-261171DD6919}" srcOrd="5" destOrd="0" presId="urn:microsoft.com/office/officeart/2005/8/layout/hierarchy4"/>
    <dgm:cxn modelId="{E80FEF22-484A-42AB-AC6E-2E1156E4046E}" type="presParOf" srcId="{A715E6C1-B074-4EF9-9EEF-3F0E147592F2}" destId="{DD33728F-0483-479F-BA09-0C7C603097C7}" srcOrd="6" destOrd="0" presId="urn:microsoft.com/office/officeart/2005/8/layout/hierarchy4"/>
    <dgm:cxn modelId="{E7885C6E-9E0F-4E51-864A-605C2DBB6E28}" type="presParOf" srcId="{DD33728F-0483-479F-BA09-0C7C603097C7}" destId="{AE29C5A4-6672-47A2-AEC1-325FE3F8EF88}" srcOrd="0" destOrd="0" presId="urn:microsoft.com/office/officeart/2005/8/layout/hierarchy4"/>
    <dgm:cxn modelId="{B031447A-DA24-4B9A-ADEB-70160F0694BE}" type="presParOf" srcId="{DD33728F-0483-479F-BA09-0C7C603097C7}" destId="{EB4F3FE7-4AAD-458B-B990-C88CCF90D12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5A02D-BA5F-4D1D-BE5E-169F3E1E31E9}">
      <dsp:nvSpPr>
        <dsp:cNvPr id="0" name=""/>
        <dsp:cNvSpPr/>
      </dsp:nvSpPr>
      <dsp:spPr>
        <a:xfrm>
          <a:off x="0" y="55741"/>
          <a:ext cx="8596668" cy="119690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A company wants to </a:t>
          </a:r>
          <a:r>
            <a:rPr lang="en-IN" sz="3100" kern="1200" dirty="0" err="1"/>
            <a:t>analyze</a:t>
          </a:r>
          <a:r>
            <a:rPr lang="en-IN" sz="3100" kern="1200" dirty="0"/>
            <a:t> last year’s sales data.</a:t>
          </a:r>
        </a:p>
      </dsp:txBody>
      <dsp:txXfrm>
        <a:off x="58428" y="114169"/>
        <a:ext cx="8479812" cy="1080053"/>
      </dsp:txXfrm>
    </dsp:sp>
    <dsp:sp modelId="{A53C2BBC-7B41-43A1-888F-E8EEB50B70D3}">
      <dsp:nvSpPr>
        <dsp:cNvPr id="0" name=""/>
        <dsp:cNvSpPr/>
      </dsp:nvSpPr>
      <dsp:spPr>
        <a:xfrm>
          <a:off x="0" y="1341931"/>
          <a:ext cx="8596668" cy="119690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Goal: Identify top-performing products and regions.</a:t>
          </a:r>
        </a:p>
      </dsp:txBody>
      <dsp:txXfrm>
        <a:off x="58428" y="1400359"/>
        <a:ext cx="8479812" cy="1080053"/>
      </dsp:txXfrm>
    </dsp:sp>
    <dsp:sp modelId="{F8CDB8E0-0BBB-49A5-ACD7-92772C346947}">
      <dsp:nvSpPr>
        <dsp:cNvPr id="0" name=""/>
        <dsp:cNvSpPr/>
      </dsp:nvSpPr>
      <dsp:spPr>
        <a:xfrm>
          <a:off x="0" y="2628121"/>
          <a:ext cx="8596668" cy="119690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Understand seasonal trends and profitability patterns.</a:t>
          </a:r>
        </a:p>
      </dsp:txBody>
      <dsp:txXfrm>
        <a:off x="58428" y="2686549"/>
        <a:ext cx="8479812" cy="10800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CF224-60AF-4A43-80A8-516CE37664FE}">
      <dsp:nvSpPr>
        <dsp:cNvPr id="0" name=""/>
        <dsp:cNvSpPr/>
      </dsp:nvSpPr>
      <dsp:spPr>
        <a:xfrm>
          <a:off x="0" y="0"/>
          <a:ext cx="3880772" cy="388077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DE082-B0FF-4974-AFBD-A57DEF1F8AD9}">
      <dsp:nvSpPr>
        <dsp:cNvPr id="0" name=""/>
        <dsp:cNvSpPr/>
      </dsp:nvSpPr>
      <dsp:spPr>
        <a:xfrm>
          <a:off x="1940386" y="0"/>
          <a:ext cx="6656281" cy="38807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Analyze sales performance across regions and products.</a:t>
          </a:r>
        </a:p>
      </dsp:txBody>
      <dsp:txXfrm>
        <a:off x="1940386" y="0"/>
        <a:ext cx="6656281" cy="824664"/>
      </dsp:txXfrm>
    </dsp:sp>
    <dsp:sp modelId="{6443B7B9-0DC5-48CA-97CC-71842AEF0B6A}">
      <dsp:nvSpPr>
        <dsp:cNvPr id="0" name=""/>
        <dsp:cNvSpPr/>
      </dsp:nvSpPr>
      <dsp:spPr>
        <a:xfrm>
          <a:off x="509351" y="824664"/>
          <a:ext cx="2862070" cy="286207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50599-F659-472B-BA27-601FC7456E37}">
      <dsp:nvSpPr>
        <dsp:cNvPr id="0" name=""/>
        <dsp:cNvSpPr/>
      </dsp:nvSpPr>
      <dsp:spPr>
        <a:xfrm>
          <a:off x="1940386" y="824664"/>
          <a:ext cx="6656281" cy="28620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Visualize trends using Python (matplotlib, seaborn, plotly).</a:t>
          </a:r>
        </a:p>
      </dsp:txBody>
      <dsp:txXfrm>
        <a:off x="1940386" y="824664"/>
        <a:ext cx="6656281" cy="824664"/>
      </dsp:txXfrm>
    </dsp:sp>
    <dsp:sp modelId="{B5F1A5CA-B1C6-4CBC-B8E0-251C13BB41B9}">
      <dsp:nvSpPr>
        <dsp:cNvPr id="0" name=""/>
        <dsp:cNvSpPr/>
      </dsp:nvSpPr>
      <dsp:spPr>
        <a:xfrm>
          <a:off x="1018702" y="1649328"/>
          <a:ext cx="1843367" cy="184336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8FA04-7FEC-417A-9E4D-7AAE40314250}">
      <dsp:nvSpPr>
        <dsp:cNvPr id="0" name=""/>
        <dsp:cNvSpPr/>
      </dsp:nvSpPr>
      <dsp:spPr>
        <a:xfrm>
          <a:off x="1940386" y="1649328"/>
          <a:ext cx="6656281" cy="184336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Understand sales vs. profit correlation.</a:t>
          </a:r>
        </a:p>
      </dsp:txBody>
      <dsp:txXfrm>
        <a:off x="1940386" y="1649328"/>
        <a:ext cx="6656281" cy="824664"/>
      </dsp:txXfrm>
    </dsp:sp>
    <dsp:sp modelId="{29DE30DD-892C-474B-8A29-B67DBAC7209B}">
      <dsp:nvSpPr>
        <dsp:cNvPr id="0" name=""/>
        <dsp:cNvSpPr/>
      </dsp:nvSpPr>
      <dsp:spPr>
        <a:xfrm>
          <a:off x="1528054" y="2473992"/>
          <a:ext cx="824664" cy="82466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885F5-8E4A-4319-BF3E-72C9A7C45C46}">
      <dsp:nvSpPr>
        <dsp:cNvPr id="0" name=""/>
        <dsp:cNvSpPr/>
      </dsp:nvSpPr>
      <dsp:spPr>
        <a:xfrm>
          <a:off x="1940386" y="2473992"/>
          <a:ext cx="6656281" cy="824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Generate actionable business insights.</a:t>
          </a:r>
        </a:p>
      </dsp:txBody>
      <dsp:txXfrm>
        <a:off x="1940386" y="2473992"/>
        <a:ext cx="6656281" cy="824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33237-4A6B-456D-BC18-F3AE59B9D98B}">
      <dsp:nvSpPr>
        <dsp:cNvPr id="0" name=""/>
        <dsp:cNvSpPr/>
      </dsp:nvSpPr>
      <dsp:spPr>
        <a:xfrm>
          <a:off x="1872850" y="970193"/>
          <a:ext cx="2910579" cy="2910579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289735"/>
                <a:satOff val="-12047"/>
                <a:lumOff val="24967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289735"/>
                <a:satOff val="-12047"/>
                <a:lumOff val="2496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CAF6A3-5660-4171-AB38-8D571782DC9D}">
      <dsp:nvSpPr>
        <dsp:cNvPr id="0" name=""/>
        <dsp:cNvSpPr/>
      </dsp:nvSpPr>
      <dsp:spPr>
        <a:xfrm>
          <a:off x="2288821" y="1386163"/>
          <a:ext cx="2078639" cy="2078639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579469"/>
                <a:satOff val="-24095"/>
                <a:lumOff val="49934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579469"/>
                <a:satOff val="-24095"/>
                <a:lumOff val="49934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F1B7D8-EC08-4CB9-B58A-A26F0936BCAE}">
      <dsp:nvSpPr>
        <dsp:cNvPr id="0" name=""/>
        <dsp:cNvSpPr/>
      </dsp:nvSpPr>
      <dsp:spPr>
        <a:xfrm>
          <a:off x="2704549" y="1801891"/>
          <a:ext cx="1247183" cy="1247183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289735"/>
                <a:satOff val="-12047"/>
                <a:lumOff val="24967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289735"/>
                <a:satOff val="-12047"/>
                <a:lumOff val="2496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CA359B-9B0D-4FCD-97D4-C71764A4E44B}">
      <dsp:nvSpPr>
        <dsp:cNvPr id="0" name=""/>
        <dsp:cNvSpPr/>
      </dsp:nvSpPr>
      <dsp:spPr>
        <a:xfrm>
          <a:off x="3120276" y="2217619"/>
          <a:ext cx="415727" cy="415727"/>
        </a:xfrm>
        <a:prstGeom prst="ellipse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82BD5F-3441-42FA-8F59-20E319D39FF9}">
      <dsp:nvSpPr>
        <dsp:cNvPr id="0" name=""/>
        <dsp:cNvSpPr/>
      </dsp:nvSpPr>
      <dsp:spPr>
        <a:xfrm>
          <a:off x="5268527" y="0"/>
          <a:ext cx="1455289" cy="696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Python (Pandas, Matplotlib, Seaborn, </a:t>
          </a:r>
          <a:r>
            <a:rPr lang="en-IN" sz="1300" kern="1200" dirty="0" err="1"/>
            <a:t>Plotly</a:t>
          </a:r>
          <a:r>
            <a:rPr lang="en-IN" sz="1300" kern="1200" dirty="0"/>
            <a:t>).</a:t>
          </a:r>
        </a:p>
      </dsp:txBody>
      <dsp:txXfrm>
        <a:off x="5268527" y="0"/>
        <a:ext cx="1455289" cy="696113"/>
      </dsp:txXfrm>
    </dsp:sp>
    <dsp:sp modelId="{2FB9E9EC-0F8D-4C8A-B80F-67AC2F12014B}">
      <dsp:nvSpPr>
        <dsp:cNvPr id="0" name=""/>
        <dsp:cNvSpPr/>
      </dsp:nvSpPr>
      <dsp:spPr>
        <a:xfrm>
          <a:off x="4904704" y="348056"/>
          <a:ext cx="36382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B8F0D35-B5A2-46EC-9530-39C6DD11B2C2}">
      <dsp:nvSpPr>
        <dsp:cNvPr id="0" name=""/>
        <dsp:cNvSpPr/>
      </dsp:nvSpPr>
      <dsp:spPr>
        <a:xfrm rot="5400000">
          <a:off x="3075890" y="577264"/>
          <a:ext cx="2056809" cy="1600818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B50E066-AB96-4F5A-8870-48DFB42C9615}">
      <dsp:nvSpPr>
        <dsp:cNvPr id="0" name=""/>
        <dsp:cNvSpPr/>
      </dsp:nvSpPr>
      <dsp:spPr>
        <a:xfrm>
          <a:off x="5268527" y="696113"/>
          <a:ext cx="1455289" cy="696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Data cleaning and transformation.</a:t>
          </a:r>
        </a:p>
      </dsp:txBody>
      <dsp:txXfrm>
        <a:off x="5268527" y="696113"/>
        <a:ext cx="1455289" cy="696113"/>
      </dsp:txXfrm>
    </dsp:sp>
    <dsp:sp modelId="{808AAD16-037B-4F7B-B974-AC75A137FAAF}">
      <dsp:nvSpPr>
        <dsp:cNvPr id="0" name=""/>
        <dsp:cNvSpPr/>
      </dsp:nvSpPr>
      <dsp:spPr>
        <a:xfrm>
          <a:off x="4904704" y="1044170"/>
          <a:ext cx="36382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31E44D-6CFF-4DFB-B510-17790F008120}">
      <dsp:nvSpPr>
        <dsp:cNvPr id="0" name=""/>
        <dsp:cNvSpPr/>
      </dsp:nvSpPr>
      <dsp:spPr>
        <a:xfrm rot="5400000">
          <a:off x="3431951" y="1261978"/>
          <a:ext cx="1689106" cy="125397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B447917-575D-4336-BFA8-6B9705598500}">
      <dsp:nvSpPr>
        <dsp:cNvPr id="0" name=""/>
        <dsp:cNvSpPr/>
      </dsp:nvSpPr>
      <dsp:spPr>
        <a:xfrm>
          <a:off x="5268527" y="1392227"/>
          <a:ext cx="1455289" cy="696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Sales dashboard with visual insights.</a:t>
          </a:r>
        </a:p>
      </dsp:txBody>
      <dsp:txXfrm>
        <a:off x="5268527" y="1392227"/>
        <a:ext cx="1455289" cy="696113"/>
      </dsp:txXfrm>
    </dsp:sp>
    <dsp:sp modelId="{92102713-882E-4A04-AB41-B578935009AF}">
      <dsp:nvSpPr>
        <dsp:cNvPr id="0" name=""/>
        <dsp:cNvSpPr/>
      </dsp:nvSpPr>
      <dsp:spPr>
        <a:xfrm>
          <a:off x="4904704" y="1740284"/>
          <a:ext cx="36382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17FCE05-00AF-46B9-8892-DEBE82D40142}">
      <dsp:nvSpPr>
        <dsp:cNvPr id="0" name=""/>
        <dsp:cNvSpPr/>
      </dsp:nvSpPr>
      <dsp:spPr>
        <a:xfrm rot="5400000">
          <a:off x="3776612" y="1900123"/>
          <a:ext cx="1288416" cy="967767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029C9F1-7DD2-44E9-B132-D7BC9AD8B4B9}">
      <dsp:nvSpPr>
        <dsp:cNvPr id="0" name=""/>
        <dsp:cNvSpPr/>
      </dsp:nvSpPr>
      <dsp:spPr>
        <a:xfrm>
          <a:off x="5268527" y="2088340"/>
          <a:ext cx="1455289" cy="696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Interpreting trends to drive decisions.</a:t>
          </a:r>
        </a:p>
      </dsp:txBody>
      <dsp:txXfrm>
        <a:off x="5268527" y="2088340"/>
        <a:ext cx="1455289" cy="696113"/>
      </dsp:txXfrm>
    </dsp:sp>
    <dsp:sp modelId="{1E9F1EB4-BC55-447A-8F5D-8B1A06D3BA8B}">
      <dsp:nvSpPr>
        <dsp:cNvPr id="0" name=""/>
        <dsp:cNvSpPr/>
      </dsp:nvSpPr>
      <dsp:spPr>
        <a:xfrm>
          <a:off x="4904704" y="2436397"/>
          <a:ext cx="36382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7FE9BDC-414E-4BB2-8252-4069966E1C47}">
      <dsp:nvSpPr>
        <dsp:cNvPr id="0" name=""/>
        <dsp:cNvSpPr/>
      </dsp:nvSpPr>
      <dsp:spPr>
        <a:xfrm rot="5400000">
          <a:off x="4122098" y="2540790"/>
          <a:ext cx="885592" cy="67622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B8583D-6B22-451E-9C1E-4D2DF9E195EC}">
      <dsp:nvSpPr>
        <dsp:cNvPr id="0" name=""/>
        <dsp:cNvSpPr/>
      </dsp:nvSpPr>
      <dsp:spPr>
        <a:xfrm rot="16200000">
          <a:off x="-921447" y="923519"/>
          <a:ext cx="3880773" cy="2033733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shade val="80000"/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43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East and North regions generate the highest revenue.</a:t>
          </a:r>
        </a:p>
      </dsp:txBody>
      <dsp:txXfrm rot="5400000">
        <a:off x="2073" y="776154"/>
        <a:ext cx="2033733" cy="2328463"/>
      </dsp:txXfrm>
    </dsp:sp>
    <dsp:sp modelId="{A81CFD3C-FD69-43CA-B82B-6B8A97865F58}">
      <dsp:nvSpPr>
        <dsp:cNvPr id="0" name=""/>
        <dsp:cNvSpPr/>
      </dsp:nvSpPr>
      <dsp:spPr>
        <a:xfrm rot="16200000">
          <a:off x="1264815" y="923519"/>
          <a:ext cx="3880773" cy="2033733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62621"/>
                <a:satOff val="4972"/>
                <a:lumOff val="7049"/>
                <a:alphaOff val="0"/>
                <a:tint val="65000"/>
                <a:lumMod val="110000"/>
              </a:schemeClr>
            </a:gs>
            <a:gs pos="88000">
              <a:schemeClr val="accent1">
                <a:shade val="80000"/>
                <a:hueOff val="62621"/>
                <a:satOff val="4972"/>
                <a:lumOff val="7049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43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Top products: Tablets and Monitors.</a:t>
          </a:r>
        </a:p>
      </dsp:txBody>
      <dsp:txXfrm rot="5400000">
        <a:off x="2188335" y="776154"/>
        <a:ext cx="2033733" cy="2328463"/>
      </dsp:txXfrm>
    </dsp:sp>
    <dsp:sp modelId="{2AB2E7AC-301E-4605-A1E8-FC06867B7939}">
      <dsp:nvSpPr>
        <dsp:cNvPr id="0" name=""/>
        <dsp:cNvSpPr/>
      </dsp:nvSpPr>
      <dsp:spPr>
        <a:xfrm rot="16200000">
          <a:off x="3451079" y="923519"/>
          <a:ext cx="3880773" cy="2033733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125241"/>
                <a:satOff val="9944"/>
                <a:lumOff val="14098"/>
                <a:alphaOff val="0"/>
                <a:tint val="65000"/>
                <a:lumMod val="110000"/>
              </a:schemeClr>
            </a:gs>
            <a:gs pos="88000">
              <a:schemeClr val="accent1">
                <a:shade val="80000"/>
                <a:hueOff val="125241"/>
                <a:satOff val="9944"/>
                <a:lumOff val="14098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43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Sales peak in May and August; dips in March and July.</a:t>
          </a:r>
        </a:p>
      </dsp:txBody>
      <dsp:txXfrm rot="5400000">
        <a:off x="4374599" y="776154"/>
        <a:ext cx="2033733" cy="2328463"/>
      </dsp:txXfrm>
    </dsp:sp>
    <dsp:sp modelId="{2CF4EDD6-7315-4A63-ADCE-85EB26146DAB}">
      <dsp:nvSpPr>
        <dsp:cNvPr id="0" name=""/>
        <dsp:cNvSpPr/>
      </dsp:nvSpPr>
      <dsp:spPr>
        <a:xfrm rot="16200000">
          <a:off x="5637342" y="923519"/>
          <a:ext cx="3880773" cy="2033733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187862"/>
                <a:satOff val="14916"/>
                <a:lumOff val="21147"/>
                <a:alphaOff val="0"/>
                <a:tint val="65000"/>
                <a:lumMod val="110000"/>
              </a:schemeClr>
            </a:gs>
            <a:gs pos="88000">
              <a:schemeClr val="accent1">
                <a:shade val="80000"/>
                <a:hueOff val="187862"/>
                <a:satOff val="14916"/>
                <a:lumOff val="21147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430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No direct correlation between high sales and high profit.</a:t>
          </a:r>
        </a:p>
      </dsp:txBody>
      <dsp:txXfrm rot="5400000">
        <a:off x="6560862" y="776154"/>
        <a:ext cx="2033733" cy="23284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D1DDF-FCE1-4E11-A6FA-989AF70F360C}">
      <dsp:nvSpPr>
        <dsp:cNvPr id="0" name=""/>
        <dsp:cNvSpPr/>
      </dsp:nvSpPr>
      <dsp:spPr>
        <a:xfrm>
          <a:off x="1956" y="0"/>
          <a:ext cx="1907805" cy="38807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Electronics are the main sales driver – keep them as a priority.</a:t>
          </a:r>
        </a:p>
      </dsp:txBody>
      <dsp:txXfrm>
        <a:off x="57834" y="55878"/>
        <a:ext cx="1796049" cy="3769017"/>
      </dsp:txXfrm>
    </dsp:sp>
    <dsp:sp modelId="{D7DB0748-CB5F-4F0D-8955-2AD624B3AEF1}">
      <dsp:nvSpPr>
        <dsp:cNvPr id="0" name=""/>
        <dsp:cNvSpPr/>
      </dsp:nvSpPr>
      <dsp:spPr>
        <a:xfrm>
          <a:off x="2230272" y="0"/>
          <a:ext cx="1907805" cy="38807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Seasonal dips need further investigation – plan promotions to counter low months.</a:t>
          </a:r>
        </a:p>
      </dsp:txBody>
      <dsp:txXfrm>
        <a:off x="2286150" y="55878"/>
        <a:ext cx="1796049" cy="3769017"/>
      </dsp:txXfrm>
    </dsp:sp>
    <dsp:sp modelId="{E1D8C638-9F84-461C-8776-D5685FA0ADF9}">
      <dsp:nvSpPr>
        <dsp:cNvPr id="0" name=""/>
        <dsp:cNvSpPr/>
      </dsp:nvSpPr>
      <dsp:spPr>
        <a:xfrm>
          <a:off x="4458589" y="0"/>
          <a:ext cx="1907805" cy="38807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West region’s performance can be boosted with targeted marketing.</a:t>
          </a:r>
        </a:p>
      </dsp:txBody>
      <dsp:txXfrm>
        <a:off x="4514467" y="55878"/>
        <a:ext cx="1796049" cy="3769017"/>
      </dsp:txXfrm>
    </dsp:sp>
    <dsp:sp modelId="{AE29C5A4-6672-47A2-AEC1-325FE3F8EF88}">
      <dsp:nvSpPr>
        <dsp:cNvPr id="0" name=""/>
        <dsp:cNvSpPr/>
      </dsp:nvSpPr>
      <dsp:spPr>
        <a:xfrm>
          <a:off x="6686906" y="0"/>
          <a:ext cx="1907805" cy="38807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Review pricing and discount policies to avoid negative profit sales.</a:t>
          </a:r>
        </a:p>
      </dsp:txBody>
      <dsp:txXfrm>
        <a:off x="6742784" y="55878"/>
        <a:ext cx="1796049" cy="3769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F06B0-6D3F-43C9-ADF4-B8625A61FB4E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A6591-CBE1-4CA4-8068-BEE0FFDBC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80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81AA4-1D33-413E-A684-77D239428D1F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6C95D-74F2-41FD-AE85-1FB961D240D1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3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406F2-BDC3-43A5-ADCD-D62F497C9366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3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60EC-BE9E-4701-9920-322498AEFBB1}" type="datetime1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3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A75-E387-4B16-8B0A-DA2036E4F512}" type="datetime1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5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D3650-A733-4F51-B7F2-2D0F6E3B8D60}" type="datetime1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6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3A36-DC6A-4D70-A88E-94F27AC7770B}" type="datetime1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DE0F-25A9-4327-A87C-B883FDFB6B0B}" type="datetime1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5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A4A3-F82D-421C-9647-2D3B7C407514}" type="datetime1">
              <a:rPr lang="en-US" smtClean="0"/>
              <a:t>8/10/2025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4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551F-6E2C-4F47-B1FB-7E6397A2F15E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8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85CB-D670-433D-8DDF-AB349A982197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247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F7868-3021-44A0-A3F4-C50372E011AA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45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A6826-8607-4BC9-B3E0-4AD460846EFF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2245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F0CF-CACB-481B-ADFF-0109362D1A86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76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332E-826D-467F-85B0-BCE9020FE006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82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C741-3F14-41A1-A42C-C52CE4A1D3C5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0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C8CCA-8ACA-45CB-97AD-3F381E7DA797}" type="datetime1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5F1CA51-6157-46C6-B32F-9420729F6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0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7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Sales Performance Analysis &amp; Visualization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/>
              <a:t>A Data-Driven Business Insights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05432-37F8-92A8-7AEB-5F786E88C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090" y="3227685"/>
            <a:ext cx="2707981" cy="2533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4038C-2824-2F39-F332-88E8E6EF4A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330" y="0"/>
            <a:ext cx="788670" cy="788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Problem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F658E-A98A-0BDB-F21A-E68F07312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64191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9FBD9D-04E6-75C3-15CA-2937E8065756}"/>
              </a:ext>
            </a:extLst>
          </p:cNvPr>
          <p:cNvSpPr/>
          <p:nvPr/>
        </p:nvSpPr>
        <p:spPr>
          <a:xfrm>
            <a:off x="4576507" y="137668"/>
            <a:ext cx="1719333" cy="1357940"/>
          </a:xfrm>
          <a:prstGeom prst="roundRect">
            <a:avLst>
              <a:gd name="adj" fmla="val 10000"/>
            </a:avLst>
          </a:prstGeom>
          <a:blipFill dpi="0" rotWithShape="1">
            <a:blip r:embed="rId7"/>
            <a:srcRect/>
            <a:stretch>
              <a:fillRect l="782" t="-12500" r="-782" b="-555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5CCC64-BEAF-39AD-A6CC-80656EC4E66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330" y="0"/>
            <a:ext cx="788670" cy="78867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05A02D-BA5F-4D1D-BE5E-169F3E1E3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2405A02D-BA5F-4D1D-BE5E-169F3E1E3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2405A02D-BA5F-4D1D-BE5E-169F3E1E3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3C2BBC-7B41-43A1-888F-E8EEB50B70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A53C2BBC-7B41-43A1-888F-E8EEB50B70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A53C2BBC-7B41-43A1-888F-E8EEB50B70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8CDB8E0-0BBB-49A5-ACD7-92772C346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F8CDB8E0-0BBB-49A5-ACD7-92772C346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F8CDB8E0-0BBB-49A5-ACD7-92772C346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0E2303B-DB8A-31DC-4FD6-FC2E740D3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46316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35CA90A-AFE6-925F-57F9-EEBC8988B6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9800" y="238811"/>
            <a:ext cx="1542422" cy="14342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29481D-1C96-4801-DE42-396ADF92C8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330" y="0"/>
            <a:ext cx="788670" cy="78867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C9CF224-60AF-4A43-80A8-516CE37664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dgm id="{4C9CF224-60AF-4A43-80A8-516CE37664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4C9CF224-60AF-4A43-80A8-516CE37664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BDE082-B0FF-4974-AFBD-A57DEF1F8A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3EBDE082-B0FF-4974-AFBD-A57DEF1F8A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dgm id="{3EBDE082-B0FF-4974-AFBD-A57DEF1F8A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443B7B9-0DC5-48CA-97CC-71842AEF0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graphicEl>
                                              <a:dgm id="{6443B7B9-0DC5-48CA-97CC-71842AEF0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6443B7B9-0DC5-48CA-97CC-71842AEF0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4950599-F659-472B-BA27-601FC7456E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dgm id="{54950599-F659-472B-BA27-601FC7456E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graphicEl>
                                              <a:dgm id="{54950599-F659-472B-BA27-601FC7456E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5F1A5CA-B1C6-4CBC-B8E0-251C13BB4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graphicEl>
                                              <a:dgm id="{B5F1A5CA-B1C6-4CBC-B8E0-251C13BB4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graphicEl>
                                              <a:dgm id="{B5F1A5CA-B1C6-4CBC-B8E0-251C13BB4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A78FA04-7FEC-417A-9E4D-7AAE40314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graphicEl>
                                              <a:dgm id="{BA78FA04-7FEC-417A-9E4D-7AAE40314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graphicEl>
                                              <a:dgm id="{BA78FA04-7FEC-417A-9E4D-7AAE40314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9DE30DD-892C-474B-8A29-B67DBAC720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graphicEl>
                                              <a:dgm id="{29DE30DD-892C-474B-8A29-B67DBAC720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graphicEl>
                                              <a:dgm id="{29DE30DD-892C-474B-8A29-B67DBAC720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93885F5-8E4A-4319-BF3E-72C9A7C45C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graphicEl>
                                              <a:dgm id="{F93885F5-8E4A-4319-BF3E-72C9A7C45C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graphicEl>
                                              <a:dgm id="{F93885F5-8E4A-4319-BF3E-72C9A7C45C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Approach &amp; Tools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BA03B01-F85D-8306-900C-D439343C1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504734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4274A81-2B6D-E293-5C6C-67B430BF4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9829" y="239397"/>
            <a:ext cx="1737511" cy="18060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0D5F87-66F3-4D37-773B-8F09B6F26BC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330" y="0"/>
            <a:ext cx="788670" cy="78867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88B4F2-AC2C-FF05-C090-830A86906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758204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ED017C6-B0BA-A4A3-1E1F-4A18969C03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691" y="286621"/>
            <a:ext cx="1608646" cy="1060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E723F5-FDF6-5321-CD10-E925169E881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330" y="0"/>
            <a:ext cx="788670" cy="78867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4B8583D-6B22-451E-9C1E-4D2DF9E1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04B8583D-6B22-451E-9C1E-4D2DF9E1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04B8583D-6B22-451E-9C1E-4D2DF9E1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1CFD3C-FD69-43CA-B82B-6B8A97865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A81CFD3C-FD69-43CA-B82B-6B8A97865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A81CFD3C-FD69-43CA-B82B-6B8A97865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B2E7AC-301E-4605-A1E8-FC06867B79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2AB2E7AC-301E-4605-A1E8-FC06867B79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2AB2E7AC-301E-4605-A1E8-FC06867B79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CF4EDD6-7315-4A63-ADCE-85EB26146D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dgm id="{2CF4EDD6-7315-4A63-ADCE-85EB26146D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2CF4EDD6-7315-4A63-ADCE-85EB26146D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 &amp; Impact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F41875-A218-4C27-E0FA-B854840E1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566940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EE173D5-95EC-1452-8DEE-C9CEBD16B6B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739"/>
          <a:stretch/>
        </p:blipFill>
        <p:spPr>
          <a:xfrm>
            <a:off x="6422801" y="118171"/>
            <a:ext cx="2610577" cy="19273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10BE51-9988-5D58-6868-CCDC0BFEB7B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330" y="0"/>
            <a:ext cx="788670" cy="78867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AD1DDF-FCE1-4E11-A6FA-989AF70F36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60AD1DDF-FCE1-4E11-A6FA-989AF70F36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7DB0748-CB5F-4F0D-8955-2AD624B3A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D7DB0748-CB5F-4F0D-8955-2AD624B3AE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D8C638-9F84-461C-8776-D5685FA0AD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E1D8C638-9F84-461C-8776-D5685FA0AD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E29C5A4-6672-47A2-AEC1-325FE3F8EF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AE29C5A4-6672-47A2-AEC1-325FE3F8EF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0066CC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>
                <a:solidFill>
                  <a:srgbClr val="505050"/>
                </a:solidFill>
              </a:defRPr>
            </a:pPr>
            <a:r>
              <a:t>Questions? Let's Connect!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99EA2-B868-2AA2-086B-33D36C1D5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330" y="0"/>
            <a:ext cx="788670" cy="788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604</TotalTime>
  <Words>202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Facet</vt:lpstr>
      <vt:lpstr>Sales Performance Analysis &amp; Visualization in Python</vt:lpstr>
      <vt:lpstr>Business Problem</vt:lpstr>
      <vt:lpstr>Project Objectives</vt:lpstr>
      <vt:lpstr>Approach &amp; Tools</vt:lpstr>
      <vt:lpstr>Key Findings</vt:lpstr>
      <vt:lpstr>Business Insights &amp; Impact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linearity</dc:title>
  <dc:creator>Microsoft account</dc:creator>
  <cp:lastModifiedBy>Shubham Raut</cp:lastModifiedBy>
  <cp:revision>56</cp:revision>
  <dcterms:created xsi:type="dcterms:W3CDTF">2023-02-18T13:37:37Z</dcterms:created>
  <dcterms:modified xsi:type="dcterms:W3CDTF">2025-08-10T10:39:33Z</dcterms:modified>
</cp:coreProperties>
</file>